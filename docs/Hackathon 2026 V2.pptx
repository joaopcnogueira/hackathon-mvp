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5"/>
  </p:sldMasterIdLst>
  <p:notesMasterIdLst>
    <p:notesMasterId r:id="rId14"/>
  </p:notesMasterIdLst>
  <p:handoutMasterIdLst>
    <p:handoutMasterId r:id="rId15"/>
  </p:handoutMasterIdLst>
  <p:sldIdLst>
    <p:sldId id="2147472189" r:id="rId6"/>
    <p:sldId id="2147472252" r:id="rId7"/>
    <p:sldId id="2147472246" r:id="rId8"/>
    <p:sldId id="2147472247" r:id="rId9"/>
    <p:sldId id="2147472248" r:id="rId10"/>
    <p:sldId id="2147472249" r:id="rId11"/>
    <p:sldId id="2147472250" r:id="rId12"/>
    <p:sldId id="2147472251" r:id="rId13"/>
    <p:sldId id="2147472253" r:id="rId21"/>
    <p:sldId id="2147472254" r:id="rId22"/>
    <p:sldId id="2147472255" r:id="rId23"/>
    <p:sldId id="2147472256" r:id="rId24"/>
    <p:sldId id="2147472257" r:id="rId25"/>
    <p:sldId id="2147472258" r:id="rId26"/>
    <p:sldId id="2147472259" r:id="rId27"/>
    <p:sldId id="2147472260" r:id="rId28"/>
    <p:sldId id="2147472261" r:id="rId29"/>
    <p:sldId id="2147472262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371"/>
    <a:srgbClr val="4E7E9F"/>
    <a:srgbClr val="BDB58C"/>
    <a:srgbClr val="E84752"/>
    <a:srgbClr val="34963B"/>
    <a:srgbClr val="2B3D4A"/>
    <a:srgbClr val="000000"/>
    <a:srgbClr val="E3E0B0"/>
    <a:srgbClr val="F5F2D4"/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93" autoAdjust="0"/>
  </p:normalViewPr>
  <p:slideViewPr>
    <p:cSldViewPr snapToGrid="0">
      <p:cViewPr varScale="1">
        <p:scale>
          <a:sx n="83" d="100"/>
          <a:sy n="83" d="100"/>
        </p:scale>
        <p:origin x="32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da Costa Nogueira" userId="c208da1e-50a5-427e-94b9-059b7ce31ee1" providerId="ADAL" clId="{D1E904F0-DE6F-4D77-A2C6-5D1D1C05E060}"/>
    <pc:docChg chg="undo custSel delSld modSld addSection delSection modSection">
      <pc:chgData name="Joao Paulo da Costa Nogueira" userId="c208da1e-50a5-427e-94b9-059b7ce31ee1" providerId="ADAL" clId="{D1E904F0-DE6F-4D77-A2C6-5D1D1C05E060}" dt="2026-01-23T17:34:28.663" v="1456" actId="47"/>
      <pc:docMkLst>
        <pc:docMk/>
      </pc:docMkLst>
      <pc:sldChg chg="addSp delSp modSp del mod modClrScheme modShow chgLayout modNotesTx">
        <pc:chgData name="Joao Paulo da Costa Nogueira" userId="c208da1e-50a5-427e-94b9-059b7ce31ee1" providerId="ADAL" clId="{D1E904F0-DE6F-4D77-A2C6-5D1D1C05E060}" dt="2026-01-23T17:34:27.328" v="1455" actId="47"/>
        <pc:sldMkLst>
          <pc:docMk/>
          <pc:sldMk cId="3457983501" sldId="264"/>
        </pc:sldMkLst>
      </pc:sldChg>
      <pc:sldChg chg="del mod modShow">
        <pc:chgData name="Joao Paulo da Costa Nogueira" userId="c208da1e-50a5-427e-94b9-059b7ce31ee1" providerId="ADAL" clId="{D1E904F0-DE6F-4D77-A2C6-5D1D1C05E060}" dt="2026-01-23T17:34:28.663" v="1456" actId="47"/>
        <pc:sldMkLst>
          <pc:docMk/>
          <pc:sldMk cId="2649917685" sldId="2147472253"/>
        </pc:sldMkLst>
      </pc:sldChg>
    </pc:docChg>
  </pc:docChgLst>
</pc:chgInfo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hyperlink" Target="https://www.kaggle.com/competitions/titanic/data" TargetMode="External"/><Relationship Id="rId2" Type="http://schemas.openxmlformats.org/officeDocument/2006/relationships/hyperlink" Target="https://www.kaggle.com/competitions/house-prices-advanced-regression-techniques/overview" TargetMode="External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6.sv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image" Target="../media/image19.png"/><Relationship Id="rId12" Type="http://schemas.openxmlformats.org/officeDocument/2006/relationships/image" Target="../media/image20.svg"/><Relationship Id="rId13" Type="http://schemas.openxmlformats.org/officeDocument/2006/relationships/image" Target="../media/image21.png"/><Relationship Id="rId14" Type="http://schemas.openxmlformats.org/officeDocument/2006/relationships/image" Target="../media/image22.svg"/><Relationship Id="rId15" Type="http://schemas.openxmlformats.org/officeDocument/2006/relationships/image" Target="../media/image23.png"/><Relationship Id="rId16" Type="http://schemas.openxmlformats.org/officeDocument/2006/relationships/image" Target="../media/image24.svg"/></Relationships>
</file>

<file path=ppt/diagrams/_rels/data3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7.png"/><Relationship Id="rId6" Type="http://schemas.openxmlformats.org/officeDocument/2006/relationships/image" Target="../media/image18.sv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image" Target="../media/image21.png"/><Relationship Id="rId10" Type="http://schemas.openxmlformats.org/officeDocument/2006/relationships/image" Target="../media/image22.svg"/></Relationships>
</file>

<file path=ppt/diagrams/_rels/data6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image" Target="../media/image19.png"/><Relationship Id="rId10" Type="http://schemas.openxmlformats.org/officeDocument/2006/relationships/image" Target="../media/image20.svg"/><Relationship Id="rId11" Type="http://schemas.openxmlformats.org/officeDocument/2006/relationships/image" Target="../media/image21.png"/><Relationship Id="rId12" Type="http://schemas.openxmlformats.org/officeDocument/2006/relationships/image" Target="../media/image22.svg"/><Relationship Id="rId13" Type="http://schemas.openxmlformats.org/officeDocument/2006/relationships/image" Target="../media/image23.png"/><Relationship Id="rId14" Type="http://schemas.openxmlformats.org/officeDocument/2006/relationships/image" Target="../media/image24.svg"/><Relationship Id="rId15" Type="http://schemas.openxmlformats.org/officeDocument/2006/relationships/hyperlink" Target="https://www.kaggle.com/competitions/titanic/data" TargetMode="External"/><Relationship Id="rId16" Type="http://schemas.openxmlformats.org/officeDocument/2006/relationships/hyperlink" Target="https://www.kaggle.com/competitions/house-prices-advanced-regression-techniques/overview" TargetMode="External"/></Relationships>
</file>

<file path=ppt/diagrams/_rels/drawing3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7.png"/><Relationship Id="rId6" Type="http://schemas.openxmlformats.org/officeDocument/2006/relationships/image" Target="../media/image18.sv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image" Target="../media/image21.png"/><Relationship Id="rId10" Type="http://schemas.openxmlformats.org/officeDocument/2006/relationships/image" Target="../media/image22.svg"/></Relationships>
</file>

<file path=ppt/diagrams/_rels/drawing6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EE8FEC-3E55-478F-BAF0-5549B600A24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997B16-A114-4099-B987-B1C331EAA01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Desenvolver uma plataforma de AutoML no-</a:t>
          </a:r>
          <a:r>
            <a:rPr lang="pt-BR" err="1"/>
            <a:t>code</a:t>
          </a:r>
          <a:r>
            <a:rPr lang="pt-BR"/>
            <a:t> capaz de:</a:t>
          </a:r>
          <a:endParaRPr lang="en-US"/>
        </a:p>
      </dgm:t>
    </dgm:pt>
    <dgm:pt modelId="{2A701F48-61B0-4444-A804-25E3CA5D67FC}" type="parTrans" cxnId="{A557527B-CD88-45BB-B580-8D13FB570018}">
      <dgm:prSet/>
      <dgm:spPr/>
      <dgm:t>
        <a:bodyPr/>
        <a:lstStyle/>
        <a:p>
          <a:endParaRPr lang="en-US"/>
        </a:p>
      </dgm:t>
    </dgm:pt>
    <dgm:pt modelId="{EECBD14C-341D-488E-B33D-B74F5D44FCA8}" type="sibTrans" cxnId="{A557527B-CD88-45BB-B580-8D13FB570018}">
      <dgm:prSet/>
      <dgm:spPr/>
      <dgm:t>
        <a:bodyPr/>
        <a:lstStyle/>
        <a:p>
          <a:endParaRPr lang="en-US"/>
        </a:p>
      </dgm:t>
    </dgm:pt>
    <dgm:pt modelId="{99451A50-038B-4BE2-A47F-F8DF1993A67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Realizar pré-processamento na base de dados </a:t>
          </a:r>
          <a:endParaRPr lang="en-US"/>
        </a:p>
      </dgm:t>
    </dgm:pt>
    <dgm:pt modelId="{BE790135-558D-4C62-AD3E-7D16EFA207E5}" type="parTrans" cxnId="{CB7B77A9-61EC-41D8-B948-95044CDF7982}">
      <dgm:prSet/>
      <dgm:spPr/>
      <dgm:t>
        <a:bodyPr/>
        <a:lstStyle/>
        <a:p>
          <a:endParaRPr lang="en-US"/>
        </a:p>
      </dgm:t>
    </dgm:pt>
    <dgm:pt modelId="{2A29EE60-5704-4CA9-A68D-4E49525414AE}" type="sibTrans" cxnId="{CB7B77A9-61EC-41D8-B948-95044CDF7982}">
      <dgm:prSet/>
      <dgm:spPr/>
      <dgm:t>
        <a:bodyPr/>
        <a:lstStyle/>
        <a:p>
          <a:endParaRPr lang="en-US"/>
        </a:p>
      </dgm:t>
    </dgm:pt>
    <dgm:pt modelId="{01372F6F-2331-45EB-AE6F-D3163BBF8C6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Treinar modelos de classificação e regressão</a:t>
          </a:r>
          <a:endParaRPr lang="en-US"/>
        </a:p>
      </dgm:t>
    </dgm:pt>
    <dgm:pt modelId="{B3A5C390-A5D0-4D70-97E3-820FDE7AE947}" type="parTrans" cxnId="{86CCD014-2B5A-47B4-A616-4867DE32BED6}">
      <dgm:prSet/>
      <dgm:spPr/>
      <dgm:t>
        <a:bodyPr/>
        <a:lstStyle/>
        <a:p>
          <a:endParaRPr lang="en-US"/>
        </a:p>
      </dgm:t>
    </dgm:pt>
    <dgm:pt modelId="{CCA001F9-B90C-4521-9461-B5719A17D48A}" type="sibTrans" cxnId="{86CCD014-2B5A-47B4-A616-4867DE32BED6}">
      <dgm:prSet/>
      <dgm:spPr/>
      <dgm:t>
        <a:bodyPr/>
        <a:lstStyle/>
        <a:p>
          <a:endParaRPr lang="en-US"/>
        </a:p>
      </dgm:t>
    </dgm:pt>
    <dgm:pt modelId="{1816A651-AA37-44B4-8152-06CABE42F4B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Avaliar e exibir métricas adequadas</a:t>
          </a:r>
          <a:endParaRPr lang="en-US"/>
        </a:p>
      </dgm:t>
    </dgm:pt>
    <dgm:pt modelId="{7BA4DE9C-F31F-4B70-9EFB-75D66DD7CCB9}" type="parTrans" cxnId="{0296AD95-C6A2-41BA-95B5-DD8E57881A38}">
      <dgm:prSet/>
      <dgm:spPr/>
      <dgm:t>
        <a:bodyPr/>
        <a:lstStyle/>
        <a:p>
          <a:endParaRPr lang="en-US"/>
        </a:p>
      </dgm:t>
    </dgm:pt>
    <dgm:pt modelId="{AE6AA2C2-319D-4F79-B718-248113E525FD}" type="sibTrans" cxnId="{0296AD95-C6A2-41BA-95B5-DD8E57881A38}">
      <dgm:prSet/>
      <dgm:spPr/>
      <dgm:t>
        <a:bodyPr/>
        <a:lstStyle/>
        <a:p>
          <a:endParaRPr lang="en-US"/>
        </a:p>
      </dgm:t>
    </dgm:pt>
    <dgm:pt modelId="{FD234B37-FA3B-4802-A17F-6881E5A06D7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Gerar artefatos para download</a:t>
          </a:r>
          <a:endParaRPr lang="en-US"/>
        </a:p>
      </dgm:t>
    </dgm:pt>
    <dgm:pt modelId="{7F695BEB-9F35-45CA-A91E-9B68A72D0B78}" type="parTrans" cxnId="{E7C781A2-D501-4567-92F9-BFD5BB21CF11}">
      <dgm:prSet/>
      <dgm:spPr/>
      <dgm:t>
        <a:bodyPr/>
        <a:lstStyle/>
        <a:p>
          <a:endParaRPr lang="en-US"/>
        </a:p>
      </dgm:t>
    </dgm:pt>
    <dgm:pt modelId="{3531A3D5-2E07-4037-961C-7D2A2D9169C9}" type="sibTrans" cxnId="{E7C781A2-D501-4567-92F9-BFD5BB21CF11}">
      <dgm:prSet/>
      <dgm:spPr/>
      <dgm:t>
        <a:bodyPr/>
        <a:lstStyle/>
        <a:p>
          <a:endParaRPr lang="en-US"/>
        </a:p>
      </dgm:t>
    </dgm:pt>
    <dgm:pt modelId="{BCDC9ECB-7AAA-4372-AD50-DF65D4A9995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Disponibilizar o modelo via API ou execução em batch</a:t>
          </a:r>
          <a:endParaRPr lang="en-US"/>
        </a:p>
      </dgm:t>
    </dgm:pt>
    <dgm:pt modelId="{DF61C17C-0EE0-4979-87D5-CC735383166C}" type="parTrans" cxnId="{2009D12E-CCF4-4FB8-B718-3C3863F9FCE3}">
      <dgm:prSet/>
      <dgm:spPr/>
      <dgm:t>
        <a:bodyPr/>
        <a:lstStyle/>
        <a:p>
          <a:endParaRPr lang="en-US"/>
        </a:p>
      </dgm:t>
    </dgm:pt>
    <dgm:pt modelId="{6B975FB2-E0B5-44E5-A55B-05C89A81F34A}" type="sibTrans" cxnId="{2009D12E-CCF4-4FB8-B718-3C3863F9FCE3}">
      <dgm:prSet/>
      <dgm:spPr/>
      <dgm:t>
        <a:bodyPr/>
        <a:lstStyle/>
        <a:p>
          <a:endParaRPr lang="en-US"/>
        </a:p>
      </dgm:t>
    </dgm:pt>
    <dgm:pt modelId="{7A1FC8F6-3E8C-4684-9A20-264017BB1DC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Os times deverão utilizar os mesmos datasets</a:t>
          </a:r>
          <a:endParaRPr lang="en-US"/>
        </a:p>
      </dgm:t>
    </dgm:pt>
    <dgm:pt modelId="{60D30EE6-ACBF-4770-A107-D43E2C6F3B4F}" type="parTrans" cxnId="{6FFFDEB5-656D-4CEA-9A91-68563B834595}">
      <dgm:prSet/>
      <dgm:spPr/>
      <dgm:t>
        <a:bodyPr/>
        <a:lstStyle/>
        <a:p>
          <a:endParaRPr lang="en-US"/>
        </a:p>
      </dgm:t>
    </dgm:pt>
    <dgm:pt modelId="{F8526075-33A8-448D-927F-E68CCBE65B12}" type="sibTrans" cxnId="{6FFFDEB5-656D-4CEA-9A91-68563B834595}">
      <dgm:prSet/>
      <dgm:spPr/>
      <dgm:t>
        <a:bodyPr/>
        <a:lstStyle/>
        <a:p>
          <a:endParaRPr lang="en-US"/>
        </a:p>
      </dgm:t>
    </dgm:pt>
    <dgm:pt modelId="{E2BB7DA9-EB22-44E7-91E5-9138AB8DDCA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Para classificação: </a:t>
          </a:r>
          <a:r>
            <a:rPr lang="en-US">
              <a:hlinkClick xmlns:r="http://schemas.openxmlformats.org/officeDocument/2006/relationships" r:id="rId1"/>
            </a:rPr>
            <a:t>Titanic - Machine Learning from Disaster | Kaggle</a:t>
          </a:r>
          <a:endParaRPr lang="en-US"/>
        </a:p>
      </dgm:t>
    </dgm:pt>
    <dgm:pt modelId="{09D5116B-2556-4533-A3D8-BB45767CED2E}" type="parTrans" cxnId="{16718CEA-C1E2-44FC-B7D1-037B000214E4}">
      <dgm:prSet/>
      <dgm:spPr/>
      <dgm:t>
        <a:bodyPr/>
        <a:lstStyle/>
        <a:p>
          <a:endParaRPr lang="en-US"/>
        </a:p>
      </dgm:t>
    </dgm:pt>
    <dgm:pt modelId="{4517B30F-7740-4671-8E9A-155E0E853D75}" type="sibTrans" cxnId="{16718CEA-C1E2-44FC-B7D1-037B000214E4}">
      <dgm:prSet/>
      <dgm:spPr/>
      <dgm:t>
        <a:bodyPr/>
        <a:lstStyle/>
        <a:p>
          <a:endParaRPr lang="en-US"/>
        </a:p>
      </dgm:t>
    </dgm:pt>
    <dgm:pt modelId="{2794E400-D383-4355-8B1A-7977CBEEF6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Para regressão: </a:t>
          </a:r>
          <a:r>
            <a:rPr lang="en-US">
              <a:hlinkClick xmlns:r="http://schemas.openxmlformats.org/officeDocument/2006/relationships" r:id="rId2"/>
            </a:rPr>
            <a:t>House Prices - Advanced Regression Techniques | Kaggle</a:t>
          </a:r>
          <a:endParaRPr lang="en-US"/>
        </a:p>
      </dgm:t>
    </dgm:pt>
    <dgm:pt modelId="{9B584C9B-09E7-4426-B8FF-1E4704B03673}" type="parTrans" cxnId="{E7AA7E48-390E-4FBF-BE02-5AA38294A2DA}">
      <dgm:prSet/>
      <dgm:spPr/>
      <dgm:t>
        <a:bodyPr/>
        <a:lstStyle/>
        <a:p>
          <a:endParaRPr lang="en-US"/>
        </a:p>
      </dgm:t>
    </dgm:pt>
    <dgm:pt modelId="{2F397B8A-8AC5-4E10-AACA-AD64D08AC5D0}" type="sibTrans" cxnId="{E7AA7E48-390E-4FBF-BE02-5AA38294A2DA}">
      <dgm:prSet/>
      <dgm:spPr/>
      <dgm:t>
        <a:bodyPr/>
        <a:lstStyle/>
        <a:p>
          <a:endParaRPr lang="en-US"/>
        </a:p>
      </dgm:t>
    </dgm:pt>
    <dgm:pt modelId="{4C7CE3A1-5FD5-4EA4-B83F-0482E60D765A}" type="pres">
      <dgm:prSet presAssocID="{13EE8FEC-3E55-478F-BAF0-5549B600A247}" presName="root" presStyleCnt="0">
        <dgm:presLayoutVars>
          <dgm:dir/>
          <dgm:resizeHandles val="exact"/>
        </dgm:presLayoutVars>
      </dgm:prSet>
      <dgm:spPr/>
    </dgm:pt>
    <dgm:pt modelId="{A574D68D-153A-4F9B-ADF6-7AAC43980FDC}" type="pres">
      <dgm:prSet presAssocID="{3B997B16-A114-4099-B987-B1C331EAA018}" presName="compNode" presStyleCnt="0"/>
      <dgm:spPr/>
    </dgm:pt>
    <dgm:pt modelId="{0DD5F636-46CB-42E7-90F5-B78A551C8648}" type="pres">
      <dgm:prSet presAssocID="{3B997B16-A114-4099-B987-B1C331EAA018}" presName="bgRect" presStyleLbl="bgShp" presStyleIdx="0" presStyleCnt="7" custLinFactNeighborX="-614"/>
      <dgm:spPr/>
    </dgm:pt>
    <dgm:pt modelId="{8B6424F7-DA48-4DA6-9584-E5F25762B074}" type="pres">
      <dgm:prSet presAssocID="{3B997B16-A114-4099-B987-B1C331EAA018}" presName="iconRect" presStyleLbl="node1" presStyleIdx="0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CAB2211B-A618-4318-A417-2AE02C00BA7B}" type="pres">
      <dgm:prSet presAssocID="{3B997B16-A114-4099-B987-B1C331EAA018}" presName="spaceRect" presStyleCnt="0"/>
      <dgm:spPr/>
    </dgm:pt>
    <dgm:pt modelId="{72979807-6CA0-4886-A3FD-F5F7E569B800}" type="pres">
      <dgm:prSet presAssocID="{3B997B16-A114-4099-B987-B1C331EAA018}" presName="parTx" presStyleLbl="revTx" presStyleIdx="0" presStyleCnt="8">
        <dgm:presLayoutVars>
          <dgm:chMax val="0"/>
          <dgm:chPref val="0"/>
        </dgm:presLayoutVars>
      </dgm:prSet>
      <dgm:spPr/>
    </dgm:pt>
    <dgm:pt modelId="{4FEAAF01-61D4-4E1F-AC66-502F090BAD6F}" type="pres">
      <dgm:prSet presAssocID="{EECBD14C-341D-488E-B33D-B74F5D44FCA8}" presName="sibTrans" presStyleCnt="0"/>
      <dgm:spPr/>
    </dgm:pt>
    <dgm:pt modelId="{353805D5-054C-4FAF-B527-F087D1C7AE12}" type="pres">
      <dgm:prSet presAssocID="{99451A50-038B-4BE2-A47F-F8DF1993A673}" presName="compNode" presStyleCnt="0"/>
      <dgm:spPr/>
    </dgm:pt>
    <dgm:pt modelId="{BD9AE440-B067-4C69-80D6-2FB0D5EC3EDF}" type="pres">
      <dgm:prSet presAssocID="{99451A50-038B-4BE2-A47F-F8DF1993A673}" presName="bgRect" presStyleLbl="bgShp" presStyleIdx="1" presStyleCnt="7"/>
      <dgm:spPr/>
    </dgm:pt>
    <dgm:pt modelId="{CC036432-B4C6-45CA-8BB4-545ACC455246}" type="pres">
      <dgm:prSet presAssocID="{99451A50-038B-4BE2-A47F-F8DF1993A673}" presName="iconRect" presStyleLbl="node1" presStyleIdx="1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9E9104D1-1DAB-42A6-9A77-7AC8036A7FDD}" type="pres">
      <dgm:prSet presAssocID="{99451A50-038B-4BE2-A47F-F8DF1993A673}" presName="spaceRect" presStyleCnt="0"/>
      <dgm:spPr/>
    </dgm:pt>
    <dgm:pt modelId="{BDF4609F-12E6-45C3-B423-46F35DC8CA37}" type="pres">
      <dgm:prSet presAssocID="{99451A50-038B-4BE2-A47F-F8DF1993A673}" presName="parTx" presStyleLbl="revTx" presStyleIdx="1" presStyleCnt="8">
        <dgm:presLayoutVars>
          <dgm:chMax val="0"/>
          <dgm:chPref val="0"/>
        </dgm:presLayoutVars>
      </dgm:prSet>
      <dgm:spPr/>
    </dgm:pt>
    <dgm:pt modelId="{D458F754-87A8-4133-A66D-D95376C1F6CC}" type="pres">
      <dgm:prSet presAssocID="{2A29EE60-5704-4CA9-A68D-4E49525414AE}" presName="sibTrans" presStyleCnt="0"/>
      <dgm:spPr/>
    </dgm:pt>
    <dgm:pt modelId="{10D1CBB7-EB98-474F-9DA4-A4B5C2A55376}" type="pres">
      <dgm:prSet presAssocID="{01372F6F-2331-45EB-AE6F-D3163BBF8C60}" presName="compNode" presStyleCnt="0"/>
      <dgm:spPr/>
    </dgm:pt>
    <dgm:pt modelId="{554162B5-CFC4-4688-92C9-6B3617023E79}" type="pres">
      <dgm:prSet presAssocID="{01372F6F-2331-45EB-AE6F-D3163BBF8C60}" presName="bgRect" presStyleLbl="bgShp" presStyleIdx="2" presStyleCnt="7"/>
      <dgm:spPr/>
    </dgm:pt>
    <dgm:pt modelId="{48A6EC30-75A5-49D1-AE68-66EF660F6047}" type="pres">
      <dgm:prSet presAssocID="{01372F6F-2331-45EB-AE6F-D3163BBF8C60}" presName="iconRect" presStyleLbl="node1" presStyleIdx="2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C26F762-939C-473A-A51B-10D229DFE069}" type="pres">
      <dgm:prSet presAssocID="{01372F6F-2331-45EB-AE6F-D3163BBF8C60}" presName="spaceRect" presStyleCnt="0"/>
      <dgm:spPr/>
    </dgm:pt>
    <dgm:pt modelId="{943E9C9E-05A8-4BC6-800A-04F7C8FF83D4}" type="pres">
      <dgm:prSet presAssocID="{01372F6F-2331-45EB-AE6F-D3163BBF8C60}" presName="parTx" presStyleLbl="revTx" presStyleIdx="2" presStyleCnt="8">
        <dgm:presLayoutVars>
          <dgm:chMax val="0"/>
          <dgm:chPref val="0"/>
        </dgm:presLayoutVars>
      </dgm:prSet>
      <dgm:spPr/>
    </dgm:pt>
    <dgm:pt modelId="{D81E5F57-2126-4667-A3C6-877103B8B2B5}" type="pres">
      <dgm:prSet presAssocID="{CCA001F9-B90C-4521-9461-B5719A17D48A}" presName="sibTrans" presStyleCnt="0"/>
      <dgm:spPr/>
    </dgm:pt>
    <dgm:pt modelId="{8DB1014A-0271-4E7A-B571-D8E4ACF1C04A}" type="pres">
      <dgm:prSet presAssocID="{1816A651-AA37-44B4-8152-06CABE42F4B2}" presName="compNode" presStyleCnt="0"/>
      <dgm:spPr/>
    </dgm:pt>
    <dgm:pt modelId="{AD8DDB25-EF8B-4C65-8615-01BA37F56A40}" type="pres">
      <dgm:prSet presAssocID="{1816A651-AA37-44B4-8152-06CABE42F4B2}" presName="bgRect" presStyleLbl="bgShp" presStyleIdx="3" presStyleCnt="7"/>
      <dgm:spPr/>
    </dgm:pt>
    <dgm:pt modelId="{574EF899-4EC4-4E0C-A313-7FE51C4E52CC}" type="pres">
      <dgm:prSet presAssocID="{1816A651-AA37-44B4-8152-06CABE42F4B2}" presName="iconRect" presStyleLbl="node1" presStyleIdx="3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23DF441-4689-4B38-AAF3-96C5126F7E66}" type="pres">
      <dgm:prSet presAssocID="{1816A651-AA37-44B4-8152-06CABE42F4B2}" presName="spaceRect" presStyleCnt="0"/>
      <dgm:spPr/>
    </dgm:pt>
    <dgm:pt modelId="{DA6BFF22-755E-4517-BE9A-8972FB1C788B}" type="pres">
      <dgm:prSet presAssocID="{1816A651-AA37-44B4-8152-06CABE42F4B2}" presName="parTx" presStyleLbl="revTx" presStyleIdx="3" presStyleCnt="8">
        <dgm:presLayoutVars>
          <dgm:chMax val="0"/>
          <dgm:chPref val="0"/>
        </dgm:presLayoutVars>
      </dgm:prSet>
      <dgm:spPr/>
    </dgm:pt>
    <dgm:pt modelId="{60748361-4396-4A91-818F-8AA254FF1230}" type="pres">
      <dgm:prSet presAssocID="{AE6AA2C2-319D-4F79-B718-248113E525FD}" presName="sibTrans" presStyleCnt="0"/>
      <dgm:spPr/>
    </dgm:pt>
    <dgm:pt modelId="{EB80F19A-1FF0-4F79-A137-3E7CB4CB2E87}" type="pres">
      <dgm:prSet presAssocID="{FD234B37-FA3B-4802-A17F-6881E5A06D72}" presName="compNode" presStyleCnt="0"/>
      <dgm:spPr/>
    </dgm:pt>
    <dgm:pt modelId="{1226E824-5732-422D-AAAB-B4D7DC0E54FD}" type="pres">
      <dgm:prSet presAssocID="{FD234B37-FA3B-4802-A17F-6881E5A06D72}" presName="bgRect" presStyleLbl="bgShp" presStyleIdx="4" presStyleCnt="7"/>
      <dgm:spPr/>
    </dgm:pt>
    <dgm:pt modelId="{0FC32D40-DDB6-4C8E-B3C5-56A729D59798}" type="pres">
      <dgm:prSet presAssocID="{FD234B37-FA3B-4802-A17F-6881E5A06D72}" presName="iconRect" presStyleLbl="node1" presStyleIdx="4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ixar"/>
        </a:ext>
      </dgm:extLst>
    </dgm:pt>
    <dgm:pt modelId="{1FFB9234-6E5A-4590-92A4-4DD6F9FCAED8}" type="pres">
      <dgm:prSet presAssocID="{FD234B37-FA3B-4802-A17F-6881E5A06D72}" presName="spaceRect" presStyleCnt="0"/>
      <dgm:spPr/>
    </dgm:pt>
    <dgm:pt modelId="{45374503-E036-464E-9D57-5417F0B47442}" type="pres">
      <dgm:prSet presAssocID="{FD234B37-FA3B-4802-A17F-6881E5A06D72}" presName="parTx" presStyleLbl="revTx" presStyleIdx="4" presStyleCnt="8">
        <dgm:presLayoutVars>
          <dgm:chMax val="0"/>
          <dgm:chPref val="0"/>
        </dgm:presLayoutVars>
      </dgm:prSet>
      <dgm:spPr/>
    </dgm:pt>
    <dgm:pt modelId="{235CB688-1BE5-4FFB-9BA2-BA0406E3AC70}" type="pres">
      <dgm:prSet presAssocID="{3531A3D5-2E07-4037-961C-7D2A2D9169C9}" presName="sibTrans" presStyleCnt="0"/>
      <dgm:spPr/>
    </dgm:pt>
    <dgm:pt modelId="{F7D34656-8C44-451D-8E89-C70D4B260C53}" type="pres">
      <dgm:prSet presAssocID="{BCDC9ECB-7AAA-4372-AD50-DF65D4A9995E}" presName="compNode" presStyleCnt="0"/>
      <dgm:spPr/>
    </dgm:pt>
    <dgm:pt modelId="{5337BFF9-8161-4ABD-9744-CA2CFE35D8C5}" type="pres">
      <dgm:prSet presAssocID="{BCDC9ECB-7AAA-4372-AD50-DF65D4A9995E}" presName="bgRect" presStyleLbl="bgShp" presStyleIdx="5" presStyleCnt="7"/>
      <dgm:spPr/>
    </dgm:pt>
    <dgm:pt modelId="{442275F6-3A58-43B6-A627-1C0C19E3DFBC}" type="pres">
      <dgm:prSet presAssocID="{BCDC9ECB-7AAA-4372-AD50-DF65D4A9995E}" presName="iconRect" presStyleLbl="node1" presStyleIdx="5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07110CA-B111-4B9C-99DE-D081535C8738}" type="pres">
      <dgm:prSet presAssocID="{BCDC9ECB-7AAA-4372-AD50-DF65D4A9995E}" presName="spaceRect" presStyleCnt="0"/>
      <dgm:spPr/>
    </dgm:pt>
    <dgm:pt modelId="{A3CB0A64-3341-4EB2-A462-E34A4D9796A5}" type="pres">
      <dgm:prSet presAssocID="{BCDC9ECB-7AAA-4372-AD50-DF65D4A9995E}" presName="parTx" presStyleLbl="revTx" presStyleIdx="5" presStyleCnt="8">
        <dgm:presLayoutVars>
          <dgm:chMax val="0"/>
          <dgm:chPref val="0"/>
        </dgm:presLayoutVars>
      </dgm:prSet>
      <dgm:spPr/>
    </dgm:pt>
    <dgm:pt modelId="{B1E1E919-3A2C-4451-AE88-41D54BA2FA9F}" type="pres">
      <dgm:prSet presAssocID="{6B975FB2-E0B5-44E5-A55B-05C89A81F34A}" presName="sibTrans" presStyleCnt="0"/>
      <dgm:spPr/>
    </dgm:pt>
    <dgm:pt modelId="{9D3B78DE-5322-47C5-9B09-01A5CB62DEF4}" type="pres">
      <dgm:prSet presAssocID="{7A1FC8F6-3E8C-4684-9A20-264017BB1DC5}" presName="compNode" presStyleCnt="0"/>
      <dgm:spPr/>
    </dgm:pt>
    <dgm:pt modelId="{5DAEAD62-59B9-424C-A5B0-B16325428D64}" type="pres">
      <dgm:prSet presAssocID="{7A1FC8F6-3E8C-4684-9A20-264017BB1DC5}" presName="bgRect" presStyleLbl="bgShp" presStyleIdx="6" presStyleCnt="7"/>
      <dgm:spPr/>
    </dgm:pt>
    <dgm:pt modelId="{5B449321-5180-4CAF-9FCF-B215C589B45D}" type="pres">
      <dgm:prSet presAssocID="{7A1FC8F6-3E8C-4684-9A20-264017BB1DC5}" presName="iconRect" presStyleLbl="node1" presStyleIdx="6" presStyleCnt="7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a"/>
        </a:ext>
      </dgm:extLst>
    </dgm:pt>
    <dgm:pt modelId="{5351DEC4-3DEA-497D-A148-B48A542155F1}" type="pres">
      <dgm:prSet presAssocID="{7A1FC8F6-3E8C-4684-9A20-264017BB1DC5}" presName="spaceRect" presStyleCnt="0"/>
      <dgm:spPr/>
    </dgm:pt>
    <dgm:pt modelId="{0A8EE492-E2A5-4DD9-B4B8-CFB5254886C9}" type="pres">
      <dgm:prSet presAssocID="{7A1FC8F6-3E8C-4684-9A20-264017BB1DC5}" presName="parTx" presStyleLbl="revTx" presStyleIdx="6" presStyleCnt="8">
        <dgm:presLayoutVars>
          <dgm:chMax val="0"/>
          <dgm:chPref val="0"/>
        </dgm:presLayoutVars>
      </dgm:prSet>
      <dgm:spPr/>
    </dgm:pt>
    <dgm:pt modelId="{978E3608-9C38-4DD0-A38C-284349708D5D}" type="pres">
      <dgm:prSet presAssocID="{7A1FC8F6-3E8C-4684-9A20-264017BB1DC5}" presName="desTx" presStyleLbl="revTx" presStyleIdx="7" presStyleCnt="8">
        <dgm:presLayoutVars/>
      </dgm:prSet>
      <dgm:spPr/>
    </dgm:pt>
  </dgm:ptLst>
  <dgm:cxnLst>
    <dgm:cxn modelId="{86CCD014-2B5A-47B4-A616-4867DE32BED6}" srcId="{13EE8FEC-3E55-478F-BAF0-5549B600A247}" destId="{01372F6F-2331-45EB-AE6F-D3163BBF8C60}" srcOrd="2" destOrd="0" parTransId="{B3A5C390-A5D0-4D70-97E3-820FDE7AE947}" sibTransId="{CCA001F9-B90C-4521-9461-B5719A17D48A}"/>
    <dgm:cxn modelId="{11977B19-6D36-465B-BFC2-4DE77376ACF1}" type="presOf" srcId="{01372F6F-2331-45EB-AE6F-D3163BBF8C60}" destId="{943E9C9E-05A8-4BC6-800A-04F7C8FF83D4}" srcOrd="0" destOrd="0" presId="urn:microsoft.com/office/officeart/2018/2/layout/IconVerticalSolidList"/>
    <dgm:cxn modelId="{2009D12E-CCF4-4FB8-B718-3C3863F9FCE3}" srcId="{13EE8FEC-3E55-478F-BAF0-5549B600A247}" destId="{BCDC9ECB-7AAA-4372-AD50-DF65D4A9995E}" srcOrd="5" destOrd="0" parTransId="{DF61C17C-0EE0-4979-87D5-CC735383166C}" sibTransId="{6B975FB2-E0B5-44E5-A55B-05C89A81F34A}"/>
    <dgm:cxn modelId="{91932960-D5A5-4D5F-B351-7125A22E6092}" type="presOf" srcId="{FD234B37-FA3B-4802-A17F-6881E5A06D72}" destId="{45374503-E036-464E-9D57-5417F0B47442}" srcOrd="0" destOrd="0" presId="urn:microsoft.com/office/officeart/2018/2/layout/IconVerticalSolidList"/>
    <dgm:cxn modelId="{805AC961-FBF2-43F0-9A3A-344CBE49D706}" type="presOf" srcId="{1816A651-AA37-44B4-8152-06CABE42F4B2}" destId="{DA6BFF22-755E-4517-BE9A-8972FB1C788B}" srcOrd="0" destOrd="0" presId="urn:microsoft.com/office/officeart/2018/2/layout/IconVerticalSolidList"/>
    <dgm:cxn modelId="{7AA14664-0864-4243-AF04-6A9D2375C81C}" type="presOf" srcId="{2794E400-D383-4355-8B1A-7977CBEEF6D7}" destId="{978E3608-9C38-4DD0-A38C-284349708D5D}" srcOrd="0" destOrd="1" presId="urn:microsoft.com/office/officeart/2018/2/layout/IconVerticalSolidList"/>
    <dgm:cxn modelId="{E7AA7E48-390E-4FBF-BE02-5AA38294A2DA}" srcId="{7A1FC8F6-3E8C-4684-9A20-264017BB1DC5}" destId="{2794E400-D383-4355-8B1A-7977CBEEF6D7}" srcOrd="1" destOrd="0" parTransId="{9B584C9B-09E7-4426-B8FF-1E4704B03673}" sibTransId="{2F397B8A-8AC5-4E10-AACA-AD64D08AC5D0}"/>
    <dgm:cxn modelId="{55CB8248-4774-47B0-9810-92EECEF61E92}" type="presOf" srcId="{99451A50-038B-4BE2-A47F-F8DF1993A673}" destId="{BDF4609F-12E6-45C3-B423-46F35DC8CA37}" srcOrd="0" destOrd="0" presId="urn:microsoft.com/office/officeart/2018/2/layout/IconVerticalSolidList"/>
    <dgm:cxn modelId="{A557527B-CD88-45BB-B580-8D13FB570018}" srcId="{13EE8FEC-3E55-478F-BAF0-5549B600A247}" destId="{3B997B16-A114-4099-B987-B1C331EAA018}" srcOrd="0" destOrd="0" parTransId="{2A701F48-61B0-4444-A804-25E3CA5D67FC}" sibTransId="{EECBD14C-341D-488E-B33D-B74F5D44FCA8}"/>
    <dgm:cxn modelId="{BBA18F90-B601-4B15-8A2F-45684F601C40}" type="presOf" srcId="{3B997B16-A114-4099-B987-B1C331EAA018}" destId="{72979807-6CA0-4886-A3FD-F5F7E569B800}" srcOrd="0" destOrd="0" presId="urn:microsoft.com/office/officeart/2018/2/layout/IconVerticalSolidList"/>
    <dgm:cxn modelId="{40484D93-8077-4A0E-AC86-7B4270FBFC1D}" type="presOf" srcId="{13EE8FEC-3E55-478F-BAF0-5549B600A247}" destId="{4C7CE3A1-5FD5-4EA4-B83F-0482E60D765A}" srcOrd="0" destOrd="0" presId="urn:microsoft.com/office/officeart/2018/2/layout/IconVerticalSolidList"/>
    <dgm:cxn modelId="{0296AD95-C6A2-41BA-95B5-DD8E57881A38}" srcId="{13EE8FEC-3E55-478F-BAF0-5549B600A247}" destId="{1816A651-AA37-44B4-8152-06CABE42F4B2}" srcOrd="3" destOrd="0" parTransId="{7BA4DE9C-F31F-4B70-9EFB-75D66DD7CCB9}" sibTransId="{AE6AA2C2-319D-4F79-B718-248113E525FD}"/>
    <dgm:cxn modelId="{5B132097-527B-4954-B744-3490AA869118}" type="presOf" srcId="{BCDC9ECB-7AAA-4372-AD50-DF65D4A9995E}" destId="{A3CB0A64-3341-4EB2-A462-E34A4D9796A5}" srcOrd="0" destOrd="0" presId="urn:microsoft.com/office/officeart/2018/2/layout/IconVerticalSolidList"/>
    <dgm:cxn modelId="{E7C781A2-D501-4567-92F9-BFD5BB21CF11}" srcId="{13EE8FEC-3E55-478F-BAF0-5549B600A247}" destId="{FD234B37-FA3B-4802-A17F-6881E5A06D72}" srcOrd="4" destOrd="0" parTransId="{7F695BEB-9F35-45CA-A91E-9B68A72D0B78}" sibTransId="{3531A3D5-2E07-4037-961C-7D2A2D9169C9}"/>
    <dgm:cxn modelId="{CB7B77A9-61EC-41D8-B948-95044CDF7982}" srcId="{13EE8FEC-3E55-478F-BAF0-5549B600A247}" destId="{99451A50-038B-4BE2-A47F-F8DF1993A673}" srcOrd="1" destOrd="0" parTransId="{BE790135-558D-4C62-AD3E-7D16EFA207E5}" sibTransId="{2A29EE60-5704-4CA9-A68D-4E49525414AE}"/>
    <dgm:cxn modelId="{6FFFDEB5-656D-4CEA-9A91-68563B834595}" srcId="{13EE8FEC-3E55-478F-BAF0-5549B600A247}" destId="{7A1FC8F6-3E8C-4684-9A20-264017BB1DC5}" srcOrd="6" destOrd="0" parTransId="{60D30EE6-ACBF-4770-A107-D43E2C6F3B4F}" sibTransId="{F8526075-33A8-448D-927F-E68CCBE65B12}"/>
    <dgm:cxn modelId="{A07C12DE-5025-4525-A34D-6EEF389E0514}" type="presOf" srcId="{7A1FC8F6-3E8C-4684-9A20-264017BB1DC5}" destId="{0A8EE492-E2A5-4DD9-B4B8-CFB5254886C9}" srcOrd="0" destOrd="0" presId="urn:microsoft.com/office/officeart/2018/2/layout/IconVerticalSolidList"/>
    <dgm:cxn modelId="{16718CEA-C1E2-44FC-B7D1-037B000214E4}" srcId="{7A1FC8F6-3E8C-4684-9A20-264017BB1DC5}" destId="{E2BB7DA9-EB22-44E7-91E5-9138AB8DDCA9}" srcOrd="0" destOrd="0" parTransId="{09D5116B-2556-4533-A3D8-BB45767CED2E}" sibTransId="{4517B30F-7740-4671-8E9A-155E0E853D75}"/>
    <dgm:cxn modelId="{967683F3-D58B-4541-AB66-0B773332DA51}" type="presOf" srcId="{E2BB7DA9-EB22-44E7-91E5-9138AB8DDCA9}" destId="{978E3608-9C38-4DD0-A38C-284349708D5D}" srcOrd="0" destOrd="0" presId="urn:microsoft.com/office/officeart/2018/2/layout/IconVerticalSolidList"/>
    <dgm:cxn modelId="{A2A7912A-427E-4235-82FA-70E53A91C0A6}" type="presParOf" srcId="{4C7CE3A1-5FD5-4EA4-B83F-0482E60D765A}" destId="{A574D68D-153A-4F9B-ADF6-7AAC43980FDC}" srcOrd="0" destOrd="0" presId="urn:microsoft.com/office/officeart/2018/2/layout/IconVerticalSolidList"/>
    <dgm:cxn modelId="{B5275C30-D904-46CE-9C4D-E787A266063B}" type="presParOf" srcId="{A574D68D-153A-4F9B-ADF6-7AAC43980FDC}" destId="{0DD5F636-46CB-42E7-90F5-B78A551C8648}" srcOrd="0" destOrd="0" presId="urn:microsoft.com/office/officeart/2018/2/layout/IconVerticalSolidList"/>
    <dgm:cxn modelId="{5D61579E-C869-45DD-95D0-B633EEE4C445}" type="presParOf" srcId="{A574D68D-153A-4F9B-ADF6-7AAC43980FDC}" destId="{8B6424F7-DA48-4DA6-9584-E5F25762B074}" srcOrd="1" destOrd="0" presId="urn:microsoft.com/office/officeart/2018/2/layout/IconVerticalSolidList"/>
    <dgm:cxn modelId="{8A67FE52-FA04-4109-807F-D83CFFBCCA72}" type="presParOf" srcId="{A574D68D-153A-4F9B-ADF6-7AAC43980FDC}" destId="{CAB2211B-A618-4318-A417-2AE02C00BA7B}" srcOrd="2" destOrd="0" presId="urn:microsoft.com/office/officeart/2018/2/layout/IconVerticalSolidList"/>
    <dgm:cxn modelId="{12C3E976-5BE1-4C90-9F54-828A9DAFAB96}" type="presParOf" srcId="{A574D68D-153A-4F9B-ADF6-7AAC43980FDC}" destId="{72979807-6CA0-4886-A3FD-F5F7E569B800}" srcOrd="3" destOrd="0" presId="urn:microsoft.com/office/officeart/2018/2/layout/IconVerticalSolidList"/>
    <dgm:cxn modelId="{06F26E2F-6BF1-41BE-82A5-EF915615C5DE}" type="presParOf" srcId="{4C7CE3A1-5FD5-4EA4-B83F-0482E60D765A}" destId="{4FEAAF01-61D4-4E1F-AC66-502F090BAD6F}" srcOrd="1" destOrd="0" presId="urn:microsoft.com/office/officeart/2018/2/layout/IconVerticalSolidList"/>
    <dgm:cxn modelId="{34DA160B-5467-4745-924B-0DF74B7D0BEC}" type="presParOf" srcId="{4C7CE3A1-5FD5-4EA4-B83F-0482E60D765A}" destId="{353805D5-054C-4FAF-B527-F087D1C7AE12}" srcOrd="2" destOrd="0" presId="urn:microsoft.com/office/officeart/2018/2/layout/IconVerticalSolidList"/>
    <dgm:cxn modelId="{95B4C51A-5652-4E59-86EE-B398568BBC02}" type="presParOf" srcId="{353805D5-054C-4FAF-B527-F087D1C7AE12}" destId="{BD9AE440-B067-4C69-80D6-2FB0D5EC3EDF}" srcOrd="0" destOrd="0" presId="urn:microsoft.com/office/officeart/2018/2/layout/IconVerticalSolidList"/>
    <dgm:cxn modelId="{5378F5A3-DD18-49C7-8553-CB24DE4D2EC4}" type="presParOf" srcId="{353805D5-054C-4FAF-B527-F087D1C7AE12}" destId="{CC036432-B4C6-45CA-8BB4-545ACC455246}" srcOrd="1" destOrd="0" presId="urn:microsoft.com/office/officeart/2018/2/layout/IconVerticalSolidList"/>
    <dgm:cxn modelId="{7A48B13C-04A5-48CE-8886-F24E5065D3B5}" type="presParOf" srcId="{353805D5-054C-4FAF-B527-F087D1C7AE12}" destId="{9E9104D1-1DAB-42A6-9A77-7AC8036A7FDD}" srcOrd="2" destOrd="0" presId="urn:microsoft.com/office/officeart/2018/2/layout/IconVerticalSolidList"/>
    <dgm:cxn modelId="{8A2755A0-6F98-4A16-9E2E-4DE85FAAAD98}" type="presParOf" srcId="{353805D5-054C-4FAF-B527-F087D1C7AE12}" destId="{BDF4609F-12E6-45C3-B423-46F35DC8CA37}" srcOrd="3" destOrd="0" presId="urn:microsoft.com/office/officeart/2018/2/layout/IconVerticalSolidList"/>
    <dgm:cxn modelId="{20E62082-3DF0-45EB-AE91-EFD3C8709C25}" type="presParOf" srcId="{4C7CE3A1-5FD5-4EA4-B83F-0482E60D765A}" destId="{D458F754-87A8-4133-A66D-D95376C1F6CC}" srcOrd="3" destOrd="0" presId="urn:microsoft.com/office/officeart/2018/2/layout/IconVerticalSolidList"/>
    <dgm:cxn modelId="{D81C7E95-1E46-4009-B416-BA3886903F31}" type="presParOf" srcId="{4C7CE3A1-5FD5-4EA4-B83F-0482E60D765A}" destId="{10D1CBB7-EB98-474F-9DA4-A4B5C2A55376}" srcOrd="4" destOrd="0" presId="urn:microsoft.com/office/officeart/2018/2/layout/IconVerticalSolidList"/>
    <dgm:cxn modelId="{49515B63-DBE5-4C33-AECB-E1A0D2511A0D}" type="presParOf" srcId="{10D1CBB7-EB98-474F-9DA4-A4B5C2A55376}" destId="{554162B5-CFC4-4688-92C9-6B3617023E79}" srcOrd="0" destOrd="0" presId="urn:microsoft.com/office/officeart/2018/2/layout/IconVerticalSolidList"/>
    <dgm:cxn modelId="{F3A44668-4F20-4C94-B55C-4B4FE228ADEF}" type="presParOf" srcId="{10D1CBB7-EB98-474F-9DA4-A4B5C2A55376}" destId="{48A6EC30-75A5-49D1-AE68-66EF660F6047}" srcOrd="1" destOrd="0" presId="urn:microsoft.com/office/officeart/2018/2/layout/IconVerticalSolidList"/>
    <dgm:cxn modelId="{F8C73A96-A509-4FCE-B6B5-AB252FDE30DF}" type="presParOf" srcId="{10D1CBB7-EB98-474F-9DA4-A4B5C2A55376}" destId="{5C26F762-939C-473A-A51B-10D229DFE069}" srcOrd="2" destOrd="0" presId="urn:microsoft.com/office/officeart/2018/2/layout/IconVerticalSolidList"/>
    <dgm:cxn modelId="{803264A0-DECD-4923-9DD8-44942BDC71FD}" type="presParOf" srcId="{10D1CBB7-EB98-474F-9DA4-A4B5C2A55376}" destId="{943E9C9E-05A8-4BC6-800A-04F7C8FF83D4}" srcOrd="3" destOrd="0" presId="urn:microsoft.com/office/officeart/2018/2/layout/IconVerticalSolidList"/>
    <dgm:cxn modelId="{75DC01BF-7D0F-4A69-AE05-B3CF18D6481B}" type="presParOf" srcId="{4C7CE3A1-5FD5-4EA4-B83F-0482E60D765A}" destId="{D81E5F57-2126-4667-A3C6-877103B8B2B5}" srcOrd="5" destOrd="0" presId="urn:microsoft.com/office/officeart/2018/2/layout/IconVerticalSolidList"/>
    <dgm:cxn modelId="{7FF973E1-0894-4D37-8565-D78DF0370127}" type="presParOf" srcId="{4C7CE3A1-5FD5-4EA4-B83F-0482E60D765A}" destId="{8DB1014A-0271-4E7A-B571-D8E4ACF1C04A}" srcOrd="6" destOrd="0" presId="urn:microsoft.com/office/officeart/2018/2/layout/IconVerticalSolidList"/>
    <dgm:cxn modelId="{283AAAFD-6926-48F6-B94F-56765D7C50CF}" type="presParOf" srcId="{8DB1014A-0271-4E7A-B571-D8E4ACF1C04A}" destId="{AD8DDB25-EF8B-4C65-8615-01BA37F56A40}" srcOrd="0" destOrd="0" presId="urn:microsoft.com/office/officeart/2018/2/layout/IconVerticalSolidList"/>
    <dgm:cxn modelId="{9B5D36C6-2C37-44A9-847D-EE5925426DD3}" type="presParOf" srcId="{8DB1014A-0271-4E7A-B571-D8E4ACF1C04A}" destId="{574EF899-4EC4-4E0C-A313-7FE51C4E52CC}" srcOrd="1" destOrd="0" presId="urn:microsoft.com/office/officeart/2018/2/layout/IconVerticalSolidList"/>
    <dgm:cxn modelId="{A2769222-3380-4590-8A2A-2C6BB66DD0F4}" type="presParOf" srcId="{8DB1014A-0271-4E7A-B571-D8E4ACF1C04A}" destId="{323DF441-4689-4B38-AAF3-96C5126F7E66}" srcOrd="2" destOrd="0" presId="urn:microsoft.com/office/officeart/2018/2/layout/IconVerticalSolidList"/>
    <dgm:cxn modelId="{85A88D20-216C-48E6-9EA2-ECE93DB04F0E}" type="presParOf" srcId="{8DB1014A-0271-4E7A-B571-D8E4ACF1C04A}" destId="{DA6BFF22-755E-4517-BE9A-8972FB1C788B}" srcOrd="3" destOrd="0" presId="urn:microsoft.com/office/officeart/2018/2/layout/IconVerticalSolidList"/>
    <dgm:cxn modelId="{930DD4EC-36F9-447F-911B-B76241398B23}" type="presParOf" srcId="{4C7CE3A1-5FD5-4EA4-B83F-0482E60D765A}" destId="{60748361-4396-4A91-818F-8AA254FF1230}" srcOrd="7" destOrd="0" presId="urn:microsoft.com/office/officeart/2018/2/layout/IconVerticalSolidList"/>
    <dgm:cxn modelId="{C69DABA4-310F-4399-8846-96A76BBAE103}" type="presParOf" srcId="{4C7CE3A1-5FD5-4EA4-B83F-0482E60D765A}" destId="{EB80F19A-1FF0-4F79-A137-3E7CB4CB2E87}" srcOrd="8" destOrd="0" presId="urn:microsoft.com/office/officeart/2018/2/layout/IconVerticalSolidList"/>
    <dgm:cxn modelId="{24B83F4C-A5DE-4266-8422-AEDF55A37178}" type="presParOf" srcId="{EB80F19A-1FF0-4F79-A137-3E7CB4CB2E87}" destId="{1226E824-5732-422D-AAAB-B4D7DC0E54FD}" srcOrd="0" destOrd="0" presId="urn:microsoft.com/office/officeart/2018/2/layout/IconVerticalSolidList"/>
    <dgm:cxn modelId="{63471A47-7C45-42B6-9264-6A00E2F489F9}" type="presParOf" srcId="{EB80F19A-1FF0-4F79-A137-3E7CB4CB2E87}" destId="{0FC32D40-DDB6-4C8E-B3C5-56A729D59798}" srcOrd="1" destOrd="0" presId="urn:microsoft.com/office/officeart/2018/2/layout/IconVerticalSolidList"/>
    <dgm:cxn modelId="{8AA9153B-B409-4230-81B1-F38CEA423111}" type="presParOf" srcId="{EB80F19A-1FF0-4F79-A137-3E7CB4CB2E87}" destId="{1FFB9234-6E5A-4590-92A4-4DD6F9FCAED8}" srcOrd="2" destOrd="0" presId="urn:microsoft.com/office/officeart/2018/2/layout/IconVerticalSolidList"/>
    <dgm:cxn modelId="{7ED8CBAA-1EFC-48ED-9043-D72F797749D9}" type="presParOf" srcId="{EB80F19A-1FF0-4F79-A137-3E7CB4CB2E87}" destId="{45374503-E036-464E-9D57-5417F0B47442}" srcOrd="3" destOrd="0" presId="urn:microsoft.com/office/officeart/2018/2/layout/IconVerticalSolidList"/>
    <dgm:cxn modelId="{FC5F3E57-1324-458A-A3B4-9A99851078C5}" type="presParOf" srcId="{4C7CE3A1-5FD5-4EA4-B83F-0482E60D765A}" destId="{235CB688-1BE5-4FFB-9BA2-BA0406E3AC70}" srcOrd="9" destOrd="0" presId="urn:microsoft.com/office/officeart/2018/2/layout/IconVerticalSolidList"/>
    <dgm:cxn modelId="{D13BDE19-CB01-41A2-9921-9ACEF21DF080}" type="presParOf" srcId="{4C7CE3A1-5FD5-4EA4-B83F-0482E60D765A}" destId="{F7D34656-8C44-451D-8E89-C70D4B260C53}" srcOrd="10" destOrd="0" presId="urn:microsoft.com/office/officeart/2018/2/layout/IconVerticalSolidList"/>
    <dgm:cxn modelId="{DBC07FE1-D882-4B27-BA4E-9C271249A38F}" type="presParOf" srcId="{F7D34656-8C44-451D-8E89-C70D4B260C53}" destId="{5337BFF9-8161-4ABD-9744-CA2CFE35D8C5}" srcOrd="0" destOrd="0" presId="urn:microsoft.com/office/officeart/2018/2/layout/IconVerticalSolidList"/>
    <dgm:cxn modelId="{DD83BAB7-7DD5-4959-96CB-82A70FCE6BBF}" type="presParOf" srcId="{F7D34656-8C44-451D-8E89-C70D4B260C53}" destId="{442275F6-3A58-43B6-A627-1C0C19E3DFBC}" srcOrd="1" destOrd="0" presId="urn:microsoft.com/office/officeart/2018/2/layout/IconVerticalSolidList"/>
    <dgm:cxn modelId="{BE673220-36E2-4E85-A6B4-7CB50A3E5BFF}" type="presParOf" srcId="{F7D34656-8C44-451D-8E89-C70D4B260C53}" destId="{607110CA-B111-4B9C-99DE-D081535C8738}" srcOrd="2" destOrd="0" presId="urn:microsoft.com/office/officeart/2018/2/layout/IconVerticalSolidList"/>
    <dgm:cxn modelId="{4C8C8349-892F-4440-9C0F-BD052C1240F4}" type="presParOf" srcId="{F7D34656-8C44-451D-8E89-C70D4B260C53}" destId="{A3CB0A64-3341-4EB2-A462-E34A4D9796A5}" srcOrd="3" destOrd="0" presId="urn:microsoft.com/office/officeart/2018/2/layout/IconVerticalSolidList"/>
    <dgm:cxn modelId="{9ACCF38F-73B5-4384-898A-7823EE419B3B}" type="presParOf" srcId="{4C7CE3A1-5FD5-4EA4-B83F-0482E60D765A}" destId="{B1E1E919-3A2C-4451-AE88-41D54BA2FA9F}" srcOrd="11" destOrd="0" presId="urn:microsoft.com/office/officeart/2018/2/layout/IconVerticalSolidList"/>
    <dgm:cxn modelId="{749A2C6F-103B-430C-8012-992DC5E2D9B1}" type="presParOf" srcId="{4C7CE3A1-5FD5-4EA4-B83F-0482E60D765A}" destId="{9D3B78DE-5322-47C5-9B09-01A5CB62DEF4}" srcOrd="12" destOrd="0" presId="urn:microsoft.com/office/officeart/2018/2/layout/IconVerticalSolidList"/>
    <dgm:cxn modelId="{8242E710-36B9-4C7C-8790-0EC3D6644AC4}" type="presParOf" srcId="{9D3B78DE-5322-47C5-9B09-01A5CB62DEF4}" destId="{5DAEAD62-59B9-424C-A5B0-B16325428D64}" srcOrd="0" destOrd="0" presId="urn:microsoft.com/office/officeart/2018/2/layout/IconVerticalSolidList"/>
    <dgm:cxn modelId="{CB582BFE-7926-4F85-953B-A30E34FADDCD}" type="presParOf" srcId="{9D3B78DE-5322-47C5-9B09-01A5CB62DEF4}" destId="{5B449321-5180-4CAF-9FCF-B215C589B45D}" srcOrd="1" destOrd="0" presId="urn:microsoft.com/office/officeart/2018/2/layout/IconVerticalSolidList"/>
    <dgm:cxn modelId="{DD63046B-73DA-440C-8EAE-2EB14F0FC555}" type="presParOf" srcId="{9D3B78DE-5322-47C5-9B09-01A5CB62DEF4}" destId="{5351DEC4-3DEA-497D-A148-B48A542155F1}" srcOrd="2" destOrd="0" presId="urn:microsoft.com/office/officeart/2018/2/layout/IconVerticalSolidList"/>
    <dgm:cxn modelId="{E85DF5AA-DF8E-407F-9C35-522E01208A2C}" type="presParOf" srcId="{9D3B78DE-5322-47C5-9B09-01A5CB62DEF4}" destId="{0A8EE492-E2A5-4DD9-B4B8-CFB5254886C9}" srcOrd="3" destOrd="0" presId="urn:microsoft.com/office/officeart/2018/2/layout/IconVerticalSolidList"/>
    <dgm:cxn modelId="{CF8714FB-65C9-4031-8533-684A27CACAAF}" type="presParOf" srcId="{9D3B78DE-5322-47C5-9B09-01A5CB62DEF4}" destId="{978E3608-9C38-4DD0-A38C-284349708D5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5639FC-106D-4D73-9A7E-818B771ACC1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788749-A788-418A-B2C4-94C0096A9713}">
      <dgm:prSet/>
      <dgm:spPr/>
      <dgm:t>
        <a:bodyPr/>
        <a:lstStyle/>
        <a:p>
          <a:r>
            <a:rPr lang="pt-BR" b="1"/>
            <a:t>Classificação</a:t>
          </a:r>
          <a:endParaRPr lang="en-US"/>
        </a:p>
      </dgm:t>
    </dgm:pt>
    <dgm:pt modelId="{DC6C343F-BF3F-4F3A-8A9E-BC5CBC458B3C}" type="parTrans" cxnId="{A464B6A0-2101-4C98-A5FA-5C9BC0087F57}">
      <dgm:prSet/>
      <dgm:spPr/>
      <dgm:t>
        <a:bodyPr/>
        <a:lstStyle/>
        <a:p>
          <a:endParaRPr lang="en-US"/>
        </a:p>
      </dgm:t>
    </dgm:pt>
    <dgm:pt modelId="{AE638FCF-20D7-42A8-8D3D-F5E0DD0DBDAF}" type="sibTrans" cxnId="{A464B6A0-2101-4C98-A5FA-5C9BC0087F57}">
      <dgm:prSet/>
      <dgm:spPr/>
      <dgm:t>
        <a:bodyPr/>
        <a:lstStyle/>
        <a:p>
          <a:endParaRPr lang="en-US"/>
        </a:p>
      </dgm:t>
    </dgm:pt>
    <dgm:pt modelId="{E2A49CB5-F09A-4490-A17B-D890705CE5C4}">
      <dgm:prSet/>
      <dgm:spPr/>
      <dgm:t>
        <a:bodyPr/>
        <a:lstStyle/>
        <a:p>
          <a:r>
            <a:rPr lang="pt-BR"/>
            <a:t>Acurácia</a:t>
          </a:r>
          <a:endParaRPr lang="en-US"/>
        </a:p>
      </dgm:t>
    </dgm:pt>
    <dgm:pt modelId="{2E1B6EA6-8F69-4880-9D08-F1F2E11C97C6}" type="parTrans" cxnId="{4B435179-5563-47F5-A446-E45092241EE9}">
      <dgm:prSet/>
      <dgm:spPr/>
      <dgm:t>
        <a:bodyPr/>
        <a:lstStyle/>
        <a:p>
          <a:endParaRPr lang="en-US"/>
        </a:p>
      </dgm:t>
    </dgm:pt>
    <dgm:pt modelId="{05C5B0D3-558A-4594-995B-F8C23CA93E98}" type="sibTrans" cxnId="{4B435179-5563-47F5-A446-E45092241EE9}">
      <dgm:prSet/>
      <dgm:spPr/>
      <dgm:t>
        <a:bodyPr/>
        <a:lstStyle/>
        <a:p>
          <a:endParaRPr lang="en-US"/>
        </a:p>
      </dgm:t>
    </dgm:pt>
    <dgm:pt modelId="{C4BBAAF4-FD49-4260-A957-CCCF5C9F2F07}">
      <dgm:prSet/>
      <dgm:spPr/>
      <dgm:t>
        <a:bodyPr/>
        <a:lstStyle/>
        <a:p>
          <a:r>
            <a:rPr lang="pt-BR"/>
            <a:t>Precision e Recall</a:t>
          </a:r>
          <a:endParaRPr lang="en-US"/>
        </a:p>
      </dgm:t>
    </dgm:pt>
    <dgm:pt modelId="{9C382A0E-A452-4519-89B6-2C557879BF1D}" type="parTrans" cxnId="{DB65569E-4A91-4409-A1DE-371F38721BB8}">
      <dgm:prSet/>
      <dgm:spPr/>
      <dgm:t>
        <a:bodyPr/>
        <a:lstStyle/>
        <a:p>
          <a:endParaRPr lang="en-US"/>
        </a:p>
      </dgm:t>
    </dgm:pt>
    <dgm:pt modelId="{8897F83B-CA27-4559-9EFD-D0B88DA83AF7}" type="sibTrans" cxnId="{DB65569E-4A91-4409-A1DE-371F38721BB8}">
      <dgm:prSet/>
      <dgm:spPr/>
      <dgm:t>
        <a:bodyPr/>
        <a:lstStyle/>
        <a:p>
          <a:endParaRPr lang="en-US"/>
        </a:p>
      </dgm:t>
    </dgm:pt>
    <dgm:pt modelId="{11CA93F6-88B0-45DA-A2A9-8CA4FF83B554}">
      <dgm:prSet/>
      <dgm:spPr/>
      <dgm:t>
        <a:bodyPr/>
        <a:lstStyle/>
        <a:p>
          <a:r>
            <a:rPr lang="pt-BR"/>
            <a:t>Matriz de Confusão</a:t>
          </a:r>
          <a:endParaRPr lang="en-US"/>
        </a:p>
      </dgm:t>
    </dgm:pt>
    <dgm:pt modelId="{2CB8682E-1892-45A7-BBAE-DB683FDD6E93}" type="parTrans" cxnId="{0872E736-5860-4B9B-94BA-8CB8482BC629}">
      <dgm:prSet/>
      <dgm:spPr/>
      <dgm:t>
        <a:bodyPr/>
        <a:lstStyle/>
        <a:p>
          <a:endParaRPr lang="en-US"/>
        </a:p>
      </dgm:t>
    </dgm:pt>
    <dgm:pt modelId="{650AE424-4AE3-4320-B0CA-22703DAFCEFD}" type="sibTrans" cxnId="{0872E736-5860-4B9B-94BA-8CB8482BC629}">
      <dgm:prSet/>
      <dgm:spPr/>
      <dgm:t>
        <a:bodyPr/>
        <a:lstStyle/>
        <a:p>
          <a:endParaRPr lang="en-US"/>
        </a:p>
      </dgm:t>
    </dgm:pt>
    <dgm:pt modelId="{E67E7C6C-0AD2-4313-8AEB-07D39CE076DD}">
      <dgm:prSet/>
      <dgm:spPr/>
      <dgm:t>
        <a:bodyPr/>
        <a:lstStyle/>
        <a:p>
          <a:r>
            <a:rPr lang="pt-BR"/>
            <a:t>ROCAUC</a:t>
          </a:r>
          <a:endParaRPr lang="en-US"/>
        </a:p>
      </dgm:t>
    </dgm:pt>
    <dgm:pt modelId="{15CFCBDC-E905-4A3B-8462-30DA1700E7B4}" type="parTrans" cxnId="{38122D2C-3993-48B2-BB71-B84302530160}">
      <dgm:prSet/>
      <dgm:spPr/>
      <dgm:t>
        <a:bodyPr/>
        <a:lstStyle/>
        <a:p>
          <a:endParaRPr lang="en-US"/>
        </a:p>
      </dgm:t>
    </dgm:pt>
    <dgm:pt modelId="{90EABE78-20CD-4CFA-BF5A-87A9288E6ED7}" type="sibTrans" cxnId="{38122D2C-3993-48B2-BB71-B84302530160}">
      <dgm:prSet/>
      <dgm:spPr/>
      <dgm:t>
        <a:bodyPr/>
        <a:lstStyle/>
        <a:p>
          <a:endParaRPr lang="en-US"/>
        </a:p>
      </dgm:t>
    </dgm:pt>
    <dgm:pt modelId="{660E824E-9525-4D4C-AC2B-3C17845A65FD}">
      <dgm:prSet/>
      <dgm:spPr/>
      <dgm:t>
        <a:bodyPr/>
        <a:lstStyle/>
        <a:p>
          <a:r>
            <a:rPr lang="pt-BR"/>
            <a:t>KS</a:t>
          </a:r>
          <a:endParaRPr lang="en-US"/>
        </a:p>
      </dgm:t>
    </dgm:pt>
    <dgm:pt modelId="{2CF4CD89-2D98-4DF8-A70C-7C478585D822}" type="parTrans" cxnId="{F8590775-286B-4169-A9F6-6FE2BF607AD4}">
      <dgm:prSet/>
      <dgm:spPr/>
      <dgm:t>
        <a:bodyPr/>
        <a:lstStyle/>
        <a:p>
          <a:endParaRPr lang="en-US"/>
        </a:p>
      </dgm:t>
    </dgm:pt>
    <dgm:pt modelId="{0FF415AE-813C-444B-80DE-499FDDCF6ABC}" type="sibTrans" cxnId="{F8590775-286B-4169-A9F6-6FE2BF607AD4}">
      <dgm:prSet/>
      <dgm:spPr/>
      <dgm:t>
        <a:bodyPr/>
        <a:lstStyle/>
        <a:p>
          <a:endParaRPr lang="en-US"/>
        </a:p>
      </dgm:t>
    </dgm:pt>
    <dgm:pt modelId="{16D25DCF-56DA-486D-AF42-1771695434CD}">
      <dgm:prSet/>
      <dgm:spPr/>
      <dgm:t>
        <a:bodyPr/>
        <a:lstStyle/>
        <a:p>
          <a:r>
            <a:rPr lang="pt-BR" b="1"/>
            <a:t>Regressão</a:t>
          </a:r>
          <a:endParaRPr lang="en-US"/>
        </a:p>
      </dgm:t>
    </dgm:pt>
    <dgm:pt modelId="{1E3034A5-0EB5-429D-B6BE-D9E4FE5695E8}" type="parTrans" cxnId="{4C56AA32-3B38-4FC8-A07A-F2972BE5C771}">
      <dgm:prSet/>
      <dgm:spPr/>
      <dgm:t>
        <a:bodyPr/>
        <a:lstStyle/>
        <a:p>
          <a:endParaRPr lang="en-US"/>
        </a:p>
      </dgm:t>
    </dgm:pt>
    <dgm:pt modelId="{F24DFF8A-27ED-4ABB-AF3E-64AFCB4CFFE5}" type="sibTrans" cxnId="{4C56AA32-3B38-4FC8-A07A-F2972BE5C771}">
      <dgm:prSet/>
      <dgm:spPr/>
      <dgm:t>
        <a:bodyPr/>
        <a:lstStyle/>
        <a:p>
          <a:endParaRPr lang="en-US"/>
        </a:p>
      </dgm:t>
    </dgm:pt>
    <dgm:pt modelId="{3DDBC80D-036B-4D9A-964B-24AD79FA3B3E}">
      <dgm:prSet/>
      <dgm:spPr/>
      <dgm:t>
        <a:bodyPr/>
        <a:lstStyle/>
        <a:p>
          <a:r>
            <a:rPr lang="pt-BR"/>
            <a:t>MSE</a:t>
          </a:r>
          <a:endParaRPr lang="en-US"/>
        </a:p>
      </dgm:t>
    </dgm:pt>
    <dgm:pt modelId="{E1991345-5AD1-4443-B7F7-000BECD2D508}" type="parTrans" cxnId="{A8C2F12C-E09A-4E9D-89B2-4CB542CB49F3}">
      <dgm:prSet/>
      <dgm:spPr/>
      <dgm:t>
        <a:bodyPr/>
        <a:lstStyle/>
        <a:p>
          <a:endParaRPr lang="en-US"/>
        </a:p>
      </dgm:t>
    </dgm:pt>
    <dgm:pt modelId="{F59F5362-C771-4BB2-B78D-2824506256F3}" type="sibTrans" cxnId="{A8C2F12C-E09A-4E9D-89B2-4CB542CB49F3}">
      <dgm:prSet/>
      <dgm:spPr/>
      <dgm:t>
        <a:bodyPr/>
        <a:lstStyle/>
        <a:p>
          <a:endParaRPr lang="en-US"/>
        </a:p>
      </dgm:t>
    </dgm:pt>
    <dgm:pt modelId="{97BC87BF-2FD6-426C-B335-D15A8199BFAD}">
      <dgm:prSet/>
      <dgm:spPr/>
      <dgm:t>
        <a:bodyPr/>
        <a:lstStyle/>
        <a:p>
          <a:r>
            <a:rPr lang="pt-BR"/>
            <a:t>MAPE</a:t>
          </a:r>
          <a:endParaRPr lang="en-US"/>
        </a:p>
      </dgm:t>
    </dgm:pt>
    <dgm:pt modelId="{A54BF08A-A48B-4E88-91A8-BE57BCF6FD3D}" type="parTrans" cxnId="{F01B7DC9-F543-4BBD-86FF-7453B6EBD3EA}">
      <dgm:prSet/>
      <dgm:spPr/>
      <dgm:t>
        <a:bodyPr/>
        <a:lstStyle/>
        <a:p>
          <a:endParaRPr lang="en-US"/>
        </a:p>
      </dgm:t>
    </dgm:pt>
    <dgm:pt modelId="{6D17CB64-1262-423C-B56B-7510326B70D9}" type="sibTrans" cxnId="{F01B7DC9-F543-4BBD-86FF-7453B6EBD3EA}">
      <dgm:prSet/>
      <dgm:spPr/>
      <dgm:t>
        <a:bodyPr/>
        <a:lstStyle/>
        <a:p>
          <a:endParaRPr lang="en-US"/>
        </a:p>
      </dgm:t>
    </dgm:pt>
    <dgm:pt modelId="{608F3BDD-B4A7-4F3A-AA4D-C8C565FA7179}">
      <dgm:prSet/>
      <dgm:spPr/>
      <dgm:t>
        <a:bodyPr/>
        <a:lstStyle/>
        <a:p>
          <a:r>
            <a:rPr lang="pt-BR"/>
            <a:t>R-quadrado</a:t>
          </a:r>
          <a:endParaRPr lang="en-US"/>
        </a:p>
      </dgm:t>
    </dgm:pt>
    <dgm:pt modelId="{CC607E2F-02C5-4DAF-9FFE-0EC3DD388C4A}" type="parTrans" cxnId="{526BCA72-D4D6-478A-8F80-ECDE16B3972B}">
      <dgm:prSet/>
      <dgm:spPr/>
      <dgm:t>
        <a:bodyPr/>
        <a:lstStyle/>
        <a:p>
          <a:endParaRPr lang="en-US"/>
        </a:p>
      </dgm:t>
    </dgm:pt>
    <dgm:pt modelId="{C42E6D88-499D-4897-9739-663EC80F6644}" type="sibTrans" cxnId="{526BCA72-D4D6-478A-8F80-ECDE16B3972B}">
      <dgm:prSet/>
      <dgm:spPr/>
      <dgm:t>
        <a:bodyPr/>
        <a:lstStyle/>
        <a:p>
          <a:endParaRPr lang="en-US"/>
        </a:p>
      </dgm:t>
    </dgm:pt>
    <dgm:pt modelId="{475E415A-87D9-40A9-BD80-82559C839A78}">
      <dgm:prSet/>
      <dgm:spPr/>
      <dgm:t>
        <a:bodyPr/>
        <a:lstStyle/>
        <a:p>
          <a:r>
            <a:rPr lang="pt-BR" b="1"/>
            <a:t>Bônus</a:t>
          </a:r>
          <a:r>
            <a:rPr lang="pt-BR"/>
            <a:t>: entregar métricas além das listadas acima e um processo de otimização para encontrar o ponto de corte que maximize métricas que dependem de um ponto de corte.</a:t>
          </a:r>
          <a:endParaRPr lang="en-US"/>
        </a:p>
      </dgm:t>
    </dgm:pt>
    <dgm:pt modelId="{85D87FDF-62C8-472C-B42B-BE4D73777AC9}" type="parTrans" cxnId="{EFF752A0-4A33-45AB-8BA1-B13CA67BB809}">
      <dgm:prSet/>
      <dgm:spPr/>
      <dgm:t>
        <a:bodyPr/>
        <a:lstStyle/>
        <a:p>
          <a:endParaRPr lang="en-US"/>
        </a:p>
      </dgm:t>
    </dgm:pt>
    <dgm:pt modelId="{7092021C-E4CF-496C-8CD8-DB790D89CFCD}" type="sibTrans" cxnId="{EFF752A0-4A33-45AB-8BA1-B13CA67BB809}">
      <dgm:prSet/>
      <dgm:spPr/>
      <dgm:t>
        <a:bodyPr/>
        <a:lstStyle/>
        <a:p>
          <a:endParaRPr lang="en-US"/>
        </a:p>
      </dgm:t>
    </dgm:pt>
    <dgm:pt modelId="{F51BD149-0E86-4362-9670-DF27B12040F8}" type="pres">
      <dgm:prSet presAssocID="{C85639FC-106D-4D73-9A7E-818B771ACC1F}" presName="vert0" presStyleCnt="0">
        <dgm:presLayoutVars>
          <dgm:dir/>
          <dgm:animOne val="branch"/>
          <dgm:animLvl val="lvl"/>
        </dgm:presLayoutVars>
      </dgm:prSet>
      <dgm:spPr/>
    </dgm:pt>
    <dgm:pt modelId="{DCF04DA1-A3D7-4132-860B-C9C4C7796571}" type="pres">
      <dgm:prSet presAssocID="{6A788749-A788-418A-B2C4-94C0096A9713}" presName="thickLine" presStyleLbl="alignNode1" presStyleIdx="0" presStyleCnt="3"/>
      <dgm:spPr/>
    </dgm:pt>
    <dgm:pt modelId="{659BBD7B-5777-487C-AD85-DA6623B4A3DD}" type="pres">
      <dgm:prSet presAssocID="{6A788749-A788-418A-B2C4-94C0096A9713}" presName="horz1" presStyleCnt="0"/>
      <dgm:spPr/>
    </dgm:pt>
    <dgm:pt modelId="{2FF47BD3-6666-4BB3-8821-425859F00532}" type="pres">
      <dgm:prSet presAssocID="{6A788749-A788-418A-B2C4-94C0096A9713}" presName="tx1" presStyleLbl="revTx" presStyleIdx="0" presStyleCnt="11"/>
      <dgm:spPr/>
    </dgm:pt>
    <dgm:pt modelId="{57459E02-1F9A-49EA-A1DC-2CA4E0A36676}" type="pres">
      <dgm:prSet presAssocID="{6A788749-A788-418A-B2C4-94C0096A9713}" presName="vert1" presStyleCnt="0"/>
      <dgm:spPr/>
    </dgm:pt>
    <dgm:pt modelId="{2EEE89D6-3BB5-4A2D-AD02-9219903D97B7}" type="pres">
      <dgm:prSet presAssocID="{E2A49CB5-F09A-4490-A17B-D890705CE5C4}" presName="vertSpace2a" presStyleCnt="0"/>
      <dgm:spPr/>
    </dgm:pt>
    <dgm:pt modelId="{27C6A76D-6D81-4AB2-98A0-965A2FE32C3D}" type="pres">
      <dgm:prSet presAssocID="{E2A49CB5-F09A-4490-A17B-D890705CE5C4}" presName="horz2" presStyleCnt="0"/>
      <dgm:spPr/>
    </dgm:pt>
    <dgm:pt modelId="{BF813657-0E39-469E-BED3-2FBDD4A7DE4D}" type="pres">
      <dgm:prSet presAssocID="{E2A49CB5-F09A-4490-A17B-D890705CE5C4}" presName="horzSpace2" presStyleCnt="0"/>
      <dgm:spPr/>
    </dgm:pt>
    <dgm:pt modelId="{4E0AB333-2154-48DF-A8F3-F6BDA386017C}" type="pres">
      <dgm:prSet presAssocID="{E2A49CB5-F09A-4490-A17B-D890705CE5C4}" presName="tx2" presStyleLbl="revTx" presStyleIdx="1" presStyleCnt="11"/>
      <dgm:spPr/>
    </dgm:pt>
    <dgm:pt modelId="{6CC26DE6-9582-4ECF-8054-5687E8ED3286}" type="pres">
      <dgm:prSet presAssocID="{E2A49CB5-F09A-4490-A17B-D890705CE5C4}" presName="vert2" presStyleCnt="0"/>
      <dgm:spPr/>
    </dgm:pt>
    <dgm:pt modelId="{53E1DD49-926C-40F6-BD77-C6D1CB57FE72}" type="pres">
      <dgm:prSet presAssocID="{E2A49CB5-F09A-4490-A17B-D890705CE5C4}" presName="thinLine2b" presStyleLbl="callout" presStyleIdx="0" presStyleCnt="8"/>
      <dgm:spPr/>
    </dgm:pt>
    <dgm:pt modelId="{44AE98CE-A262-4680-8094-E44B214F4A1C}" type="pres">
      <dgm:prSet presAssocID="{E2A49CB5-F09A-4490-A17B-D890705CE5C4}" presName="vertSpace2b" presStyleCnt="0"/>
      <dgm:spPr/>
    </dgm:pt>
    <dgm:pt modelId="{962D11F0-00D3-4020-B501-3B4950819303}" type="pres">
      <dgm:prSet presAssocID="{C4BBAAF4-FD49-4260-A957-CCCF5C9F2F07}" presName="horz2" presStyleCnt="0"/>
      <dgm:spPr/>
    </dgm:pt>
    <dgm:pt modelId="{40BC41E6-10FB-41B6-AE6A-529E81DBC5B9}" type="pres">
      <dgm:prSet presAssocID="{C4BBAAF4-FD49-4260-A957-CCCF5C9F2F07}" presName="horzSpace2" presStyleCnt="0"/>
      <dgm:spPr/>
    </dgm:pt>
    <dgm:pt modelId="{B4204CE3-7102-4425-BC2E-DCB24C20779B}" type="pres">
      <dgm:prSet presAssocID="{C4BBAAF4-FD49-4260-A957-CCCF5C9F2F07}" presName="tx2" presStyleLbl="revTx" presStyleIdx="2" presStyleCnt="11"/>
      <dgm:spPr/>
    </dgm:pt>
    <dgm:pt modelId="{74E5534B-491A-4844-9B44-8CFF013E0988}" type="pres">
      <dgm:prSet presAssocID="{C4BBAAF4-FD49-4260-A957-CCCF5C9F2F07}" presName="vert2" presStyleCnt="0"/>
      <dgm:spPr/>
    </dgm:pt>
    <dgm:pt modelId="{AB2B6E45-57D8-461E-9D13-4C9375231C89}" type="pres">
      <dgm:prSet presAssocID="{C4BBAAF4-FD49-4260-A957-CCCF5C9F2F07}" presName="thinLine2b" presStyleLbl="callout" presStyleIdx="1" presStyleCnt="8"/>
      <dgm:spPr/>
    </dgm:pt>
    <dgm:pt modelId="{2170306C-C5D2-4FD0-9E0C-A78706028D36}" type="pres">
      <dgm:prSet presAssocID="{C4BBAAF4-FD49-4260-A957-CCCF5C9F2F07}" presName="vertSpace2b" presStyleCnt="0"/>
      <dgm:spPr/>
    </dgm:pt>
    <dgm:pt modelId="{0F065284-8E5D-479E-B451-7F8A9B7AC122}" type="pres">
      <dgm:prSet presAssocID="{11CA93F6-88B0-45DA-A2A9-8CA4FF83B554}" presName="horz2" presStyleCnt="0"/>
      <dgm:spPr/>
    </dgm:pt>
    <dgm:pt modelId="{CF17DE3D-57F7-4133-AE08-7E341B4EDDEB}" type="pres">
      <dgm:prSet presAssocID="{11CA93F6-88B0-45DA-A2A9-8CA4FF83B554}" presName="horzSpace2" presStyleCnt="0"/>
      <dgm:spPr/>
    </dgm:pt>
    <dgm:pt modelId="{8EE07DA8-4794-4FE9-8BCC-B16C9716114B}" type="pres">
      <dgm:prSet presAssocID="{11CA93F6-88B0-45DA-A2A9-8CA4FF83B554}" presName="tx2" presStyleLbl="revTx" presStyleIdx="3" presStyleCnt="11"/>
      <dgm:spPr/>
    </dgm:pt>
    <dgm:pt modelId="{EBCDB37D-3798-4750-B867-A2ECA05C19C5}" type="pres">
      <dgm:prSet presAssocID="{11CA93F6-88B0-45DA-A2A9-8CA4FF83B554}" presName="vert2" presStyleCnt="0"/>
      <dgm:spPr/>
    </dgm:pt>
    <dgm:pt modelId="{AE9F72C9-FDC7-4A50-AA6B-F7F861B9FE2A}" type="pres">
      <dgm:prSet presAssocID="{11CA93F6-88B0-45DA-A2A9-8CA4FF83B554}" presName="thinLine2b" presStyleLbl="callout" presStyleIdx="2" presStyleCnt="8"/>
      <dgm:spPr/>
    </dgm:pt>
    <dgm:pt modelId="{26503221-9D42-4D24-AC76-8887B78E84DC}" type="pres">
      <dgm:prSet presAssocID="{11CA93F6-88B0-45DA-A2A9-8CA4FF83B554}" presName="vertSpace2b" presStyleCnt="0"/>
      <dgm:spPr/>
    </dgm:pt>
    <dgm:pt modelId="{BE105E1B-ACDA-4095-8623-214655EF6CC2}" type="pres">
      <dgm:prSet presAssocID="{E67E7C6C-0AD2-4313-8AEB-07D39CE076DD}" presName="horz2" presStyleCnt="0"/>
      <dgm:spPr/>
    </dgm:pt>
    <dgm:pt modelId="{E92F4FAF-191D-4D98-9F94-0F3C376CF23B}" type="pres">
      <dgm:prSet presAssocID="{E67E7C6C-0AD2-4313-8AEB-07D39CE076DD}" presName="horzSpace2" presStyleCnt="0"/>
      <dgm:spPr/>
    </dgm:pt>
    <dgm:pt modelId="{37114A95-8EA9-414F-8E53-52EC324C0CD1}" type="pres">
      <dgm:prSet presAssocID="{E67E7C6C-0AD2-4313-8AEB-07D39CE076DD}" presName="tx2" presStyleLbl="revTx" presStyleIdx="4" presStyleCnt="11"/>
      <dgm:spPr/>
    </dgm:pt>
    <dgm:pt modelId="{F7FE44D6-3C78-45E7-B317-C4AA0013EB2D}" type="pres">
      <dgm:prSet presAssocID="{E67E7C6C-0AD2-4313-8AEB-07D39CE076DD}" presName="vert2" presStyleCnt="0"/>
      <dgm:spPr/>
    </dgm:pt>
    <dgm:pt modelId="{05D0DD72-C9A4-49E5-A8C2-49201362F9A3}" type="pres">
      <dgm:prSet presAssocID="{E67E7C6C-0AD2-4313-8AEB-07D39CE076DD}" presName="thinLine2b" presStyleLbl="callout" presStyleIdx="3" presStyleCnt="8"/>
      <dgm:spPr/>
    </dgm:pt>
    <dgm:pt modelId="{6563938E-B4F5-41B0-ABDD-3BE147885DC7}" type="pres">
      <dgm:prSet presAssocID="{E67E7C6C-0AD2-4313-8AEB-07D39CE076DD}" presName="vertSpace2b" presStyleCnt="0"/>
      <dgm:spPr/>
    </dgm:pt>
    <dgm:pt modelId="{17F7B33E-EC99-4425-A4E8-60BE3AE4B1D9}" type="pres">
      <dgm:prSet presAssocID="{660E824E-9525-4D4C-AC2B-3C17845A65FD}" presName="horz2" presStyleCnt="0"/>
      <dgm:spPr/>
    </dgm:pt>
    <dgm:pt modelId="{90FA3EC1-0F4A-4639-A338-B1E491D4E17D}" type="pres">
      <dgm:prSet presAssocID="{660E824E-9525-4D4C-AC2B-3C17845A65FD}" presName="horzSpace2" presStyleCnt="0"/>
      <dgm:spPr/>
    </dgm:pt>
    <dgm:pt modelId="{50093489-0771-4692-BEEF-2CFD15140EBA}" type="pres">
      <dgm:prSet presAssocID="{660E824E-9525-4D4C-AC2B-3C17845A65FD}" presName="tx2" presStyleLbl="revTx" presStyleIdx="5" presStyleCnt="11"/>
      <dgm:spPr/>
    </dgm:pt>
    <dgm:pt modelId="{B41C7989-4A06-42DA-8638-05A591573745}" type="pres">
      <dgm:prSet presAssocID="{660E824E-9525-4D4C-AC2B-3C17845A65FD}" presName="vert2" presStyleCnt="0"/>
      <dgm:spPr/>
    </dgm:pt>
    <dgm:pt modelId="{2C10CB62-1F33-4713-9DB5-0D7CF71F9E02}" type="pres">
      <dgm:prSet presAssocID="{660E824E-9525-4D4C-AC2B-3C17845A65FD}" presName="thinLine2b" presStyleLbl="callout" presStyleIdx="4" presStyleCnt="8"/>
      <dgm:spPr/>
    </dgm:pt>
    <dgm:pt modelId="{CA2B7D4B-A8AB-4B4B-811C-C0DB8D6B053E}" type="pres">
      <dgm:prSet presAssocID="{660E824E-9525-4D4C-AC2B-3C17845A65FD}" presName="vertSpace2b" presStyleCnt="0"/>
      <dgm:spPr/>
    </dgm:pt>
    <dgm:pt modelId="{20B4419E-3F77-4CF8-BC46-C1E168A59EB0}" type="pres">
      <dgm:prSet presAssocID="{16D25DCF-56DA-486D-AF42-1771695434CD}" presName="thickLine" presStyleLbl="alignNode1" presStyleIdx="1" presStyleCnt="3"/>
      <dgm:spPr/>
    </dgm:pt>
    <dgm:pt modelId="{7F7A997D-5CBE-4C6C-BDA4-9F89351E327B}" type="pres">
      <dgm:prSet presAssocID="{16D25DCF-56DA-486D-AF42-1771695434CD}" presName="horz1" presStyleCnt="0"/>
      <dgm:spPr/>
    </dgm:pt>
    <dgm:pt modelId="{90356C23-C0CB-4723-8A71-8A9A285CE228}" type="pres">
      <dgm:prSet presAssocID="{16D25DCF-56DA-486D-AF42-1771695434CD}" presName="tx1" presStyleLbl="revTx" presStyleIdx="6" presStyleCnt="11"/>
      <dgm:spPr/>
    </dgm:pt>
    <dgm:pt modelId="{1B08E586-B8E0-44EE-B4B1-C12276769095}" type="pres">
      <dgm:prSet presAssocID="{16D25DCF-56DA-486D-AF42-1771695434CD}" presName="vert1" presStyleCnt="0"/>
      <dgm:spPr/>
    </dgm:pt>
    <dgm:pt modelId="{030259FF-EAA2-449B-A948-C5DCD8AE2396}" type="pres">
      <dgm:prSet presAssocID="{3DDBC80D-036B-4D9A-964B-24AD79FA3B3E}" presName="vertSpace2a" presStyleCnt="0"/>
      <dgm:spPr/>
    </dgm:pt>
    <dgm:pt modelId="{919E33B3-0741-48D2-BDDE-AC1B136A4A34}" type="pres">
      <dgm:prSet presAssocID="{3DDBC80D-036B-4D9A-964B-24AD79FA3B3E}" presName="horz2" presStyleCnt="0"/>
      <dgm:spPr/>
    </dgm:pt>
    <dgm:pt modelId="{A44C152E-6347-424E-A7C8-8BF7389BC4CA}" type="pres">
      <dgm:prSet presAssocID="{3DDBC80D-036B-4D9A-964B-24AD79FA3B3E}" presName="horzSpace2" presStyleCnt="0"/>
      <dgm:spPr/>
    </dgm:pt>
    <dgm:pt modelId="{15307C10-475B-4D25-9C4E-E6C1AA8DDEC3}" type="pres">
      <dgm:prSet presAssocID="{3DDBC80D-036B-4D9A-964B-24AD79FA3B3E}" presName="tx2" presStyleLbl="revTx" presStyleIdx="7" presStyleCnt="11"/>
      <dgm:spPr/>
    </dgm:pt>
    <dgm:pt modelId="{D46AE880-28E6-48EA-A9FA-ABB4DA45F1ED}" type="pres">
      <dgm:prSet presAssocID="{3DDBC80D-036B-4D9A-964B-24AD79FA3B3E}" presName="vert2" presStyleCnt="0"/>
      <dgm:spPr/>
    </dgm:pt>
    <dgm:pt modelId="{6FCD9D4C-2A2A-479A-AA3D-86D5C49A6AA6}" type="pres">
      <dgm:prSet presAssocID="{3DDBC80D-036B-4D9A-964B-24AD79FA3B3E}" presName="thinLine2b" presStyleLbl="callout" presStyleIdx="5" presStyleCnt="8"/>
      <dgm:spPr/>
    </dgm:pt>
    <dgm:pt modelId="{CDEF8B3E-AAB3-435E-A04E-2FED7DABCF07}" type="pres">
      <dgm:prSet presAssocID="{3DDBC80D-036B-4D9A-964B-24AD79FA3B3E}" presName="vertSpace2b" presStyleCnt="0"/>
      <dgm:spPr/>
    </dgm:pt>
    <dgm:pt modelId="{9FEBE05F-E705-4850-B974-257B66600738}" type="pres">
      <dgm:prSet presAssocID="{97BC87BF-2FD6-426C-B335-D15A8199BFAD}" presName="horz2" presStyleCnt="0"/>
      <dgm:spPr/>
    </dgm:pt>
    <dgm:pt modelId="{9E6CBD71-C832-42B9-805B-085DE1A88F8D}" type="pres">
      <dgm:prSet presAssocID="{97BC87BF-2FD6-426C-B335-D15A8199BFAD}" presName="horzSpace2" presStyleCnt="0"/>
      <dgm:spPr/>
    </dgm:pt>
    <dgm:pt modelId="{2797A4BD-392A-48A9-990E-88EC7C284452}" type="pres">
      <dgm:prSet presAssocID="{97BC87BF-2FD6-426C-B335-D15A8199BFAD}" presName="tx2" presStyleLbl="revTx" presStyleIdx="8" presStyleCnt="11"/>
      <dgm:spPr/>
    </dgm:pt>
    <dgm:pt modelId="{76CA4505-FBEA-4417-8E17-D7FF39036F0E}" type="pres">
      <dgm:prSet presAssocID="{97BC87BF-2FD6-426C-B335-D15A8199BFAD}" presName="vert2" presStyleCnt="0"/>
      <dgm:spPr/>
    </dgm:pt>
    <dgm:pt modelId="{EAA2759E-E68D-46B1-AF0D-5B02FBCB0055}" type="pres">
      <dgm:prSet presAssocID="{97BC87BF-2FD6-426C-B335-D15A8199BFAD}" presName="thinLine2b" presStyleLbl="callout" presStyleIdx="6" presStyleCnt="8"/>
      <dgm:spPr/>
    </dgm:pt>
    <dgm:pt modelId="{A34614A6-BCEA-4CD3-A1D0-5E7924E1AA2D}" type="pres">
      <dgm:prSet presAssocID="{97BC87BF-2FD6-426C-B335-D15A8199BFAD}" presName="vertSpace2b" presStyleCnt="0"/>
      <dgm:spPr/>
    </dgm:pt>
    <dgm:pt modelId="{023DC4DC-D7F0-4C8F-969E-89B9F88C806E}" type="pres">
      <dgm:prSet presAssocID="{608F3BDD-B4A7-4F3A-AA4D-C8C565FA7179}" presName="horz2" presStyleCnt="0"/>
      <dgm:spPr/>
    </dgm:pt>
    <dgm:pt modelId="{4058BA20-E21B-4BC8-90F5-2522F110F851}" type="pres">
      <dgm:prSet presAssocID="{608F3BDD-B4A7-4F3A-AA4D-C8C565FA7179}" presName="horzSpace2" presStyleCnt="0"/>
      <dgm:spPr/>
    </dgm:pt>
    <dgm:pt modelId="{53F7E62A-E8D0-41A3-A89F-15932CBE07DF}" type="pres">
      <dgm:prSet presAssocID="{608F3BDD-B4A7-4F3A-AA4D-C8C565FA7179}" presName="tx2" presStyleLbl="revTx" presStyleIdx="9" presStyleCnt="11"/>
      <dgm:spPr/>
    </dgm:pt>
    <dgm:pt modelId="{96A4FB75-A6A6-4AE9-A9EF-01F8A2FDF3E5}" type="pres">
      <dgm:prSet presAssocID="{608F3BDD-B4A7-4F3A-AA4D-C8C565FA7179}" presName="vert2" presStyleCnt="0"/>
      <dgm:spPr/>
    </dgm:pt>
    <dgm:pt modelId="{505CA14D-C26D-4C9B-839B-09DEE89E51B5}" type="pres">
      <dgm:prSet presAssocID="{608F3BDD-B4A7-4F3A-AA4D-C8C565FA7179}" presName="thinLine2b" presStyleLbl="callout" presStyleIdx="7" presStyleCnt="8"/>
      <dgm:spPr/>
    </dgm:pt>
    <dgm:pt modelId="{845E4334-164F-41F9-BCC0-881E56E1B21A}" type="pres">
      <dgm:prSet presAssocID="{608F3BDD-B4A7-4F3A-AA4D-C8C565FA7179}" presName="vertSpace2b" presStyleCnt="0"/>
      <dgm:spPr/>
    </dgm:pt>
    <dgm:pt modelId="{BEC19E10-CA8E-4296-A77C-5F8C449A311D}" type="pres">
      <dgm:prSet presAssocID="{475E415A-87D9-40A9-BD80-82559C839A78}" presName="thickLine" presStyleLbl="alignNode1" presStyleIdx="2" presStyleCnt="3"/>
      <dgm:spPr/>
    </dgm:pt>
    <dgm:pt modelId="{0E51CAFA-7EC3-4101-9BA1-692E825F51AC}" type="pres">
      <dgm:prSet presAssocID="{475E415A-87D9-40A9-BD80-82559C839A78}" presName="horz1" presStyleCnt="0"/>
      <dgm:spPr/>
    </dgm:pt>
    <dgm:pt modelId="{EAB59281-71FD-4D9E-83A9-66A2A8407D63}" type="pres">
      <dgm:prSet presAssocID="{475E415A-87D9-40A9-BD80-82559C839A78}" presName="tx1" presStyleLbl="revTx" presStyleIdx="10" presStyleCnt="11"/>
      <dgm:spPr/>
    </dgm:pt>
    <dgm:pt modelId="{ACDA8176-2DDA-427E-A994-9F1600AE4700}" type="pres">
      <dgm:prSet presAssocID="{475E415A-87D9-40A9-BD80-82559C839A78}" presName="vert1" presStyleCnt="0"/>
      <dgm:spPr/>
    </dgm:pt>
  </dgm:ptLst>
  <dgm:cxnLst>
    <dgm:cxn modelId="{41D18507-63B6-4300-B6C2-E3CFC40873ED}" type="presOf" srcId="{3DDBC80D-036B-4D9A-964B-24AD79FA3B3E}" destId="{15307C10-475B-4D25-9C4E-E6C1AA8DDEC3}" srcOrd="0" destOrd="0" presId="urn:microsoft.com/office/officeart/2008/layout/LinedList"/>
    <dgm:cxn modelId="{D876B00B-4DB9-487B-8851-ED09CAEBFE51}" type="presOf" srcId="{E67E7C6C-0AD2-4313-8AEB-07D39CE076DD}" destId="{37114A95-8EA9-414F-8E53-52EC324C0CD1}" srcOrd="0" destOrd="0" presId="urn:microsoft.com/office/officeart/2008/layout/LinedList"/>
    <dgm:cxn modelId="{2FAAA126-C726-49C6-94F9-23EDE2CD3150}" type="presOf" srcId="{608F3BDD-B4A7-4F3A-AA4D-C8C565FA7179}" destId="{53F7E62A-E8D0-41A3-A89F-15932CBE07DF}" srcOrd="0" destOrd="0" presId="urn:microsoft.com/office/officeart/2008/layout/LinedList"/>
    <dgm:cxn modelId="{38122D2C-3993-48B2-BB71-B84302530160}" srcId="{6A788749-A788-418A-B2C4-94C0096A9713}" destId="{E67E7C6C-0AD2-4313-8AEB-07D39CE076DD}" srcOrd="3" destOrd="0" parTransId="{15CFCBDC-E905-4A3B-8462-30DA1700E7B4}" sibTransId="{90EABE78-20CD-4CFA-BF5A-87A9288E6ED7}"/>
    <dgm:cxn modelId="{A8C2F12C-E09A-4E9D-89B2-4CB542CB49F3}" srcId="{16D25DCF-56DA-486D-AF42-1771695434CD}" destId="{3DDBC80D-036B-4D9A-964B-24AD79FA3B3E}" srcOrd="0" destOrd="0" parTransId="{E1991345-5AD1-4443-B7F7-000BECD2D508}" sibTransId="{F59F5362-C771-4BB2-B78D-2824506256F3}"/>
    <dgm:cxn modelId="{4C56AA32-3B38-4FC8-A07A-F2972BE5C771}" srcId="{C85639FC-106D-4D73-9A7E-818B771ACC1F}" destId="{16D25DCF-56DA-486D-AF42-1771695434CD}" srcOrd="1" destOrd="0" parTransId="{1E3034A5-0EB5-429D-B6BE-D9E4FE5695E8}" sibTransId="{F24DFF8A-27ED-4ABB-AF3E-64AFCB4CFFE5}"/>
    <dgm:cxn modelId="{0872E736-5860-4B9B-94BA-8CB8482BC629}" srcId="{6A788749-A788-418A-B2C4-94C0096A9713}" destId="{11CA93F6-88B0-45DA-A2A9-8CA4FF83B554}" srcOrd="2" destOrd="0" parTransId="{2CB8682E-1892-45A7-BBAE-DB683FDD6E93}" sibTransId="{650AE424-4AE3-4320-B0CA-22703DAFCEFD}"/>
    <dgm:cxn modelId="{F3B31066-09C6-493D-AD0C-E7FF8822456D}" type="presOf" srcId="{11CA93F6-88B0-45DA-A2A9-8CA4FF83B554}" destId="{8EE07DA8-4794-4FE9-8BCC-B16C9716114B}" srcOrd="0" destOrd="0" presId="urn:microsoft.com/office/officeart/2008/layout/LinedList"/>
    <dgm:cxn modelId="{019EDE70-7942-43BE-AF56-8EB48C7C1F23}" type="presOf" srcId="{660E824E-9525-4D4C-AC2B-3C17845A65FD}" destId="{50093489-0771-4692-BEEF-2CFD15140EBA}" srcOrd="0" destOrd="0" presId="urn:microsoft.com/office/officeart/2008/layout/LinedList"/>
    <dgm:cxn modelId="{75AB5F72-1A94-4AF0-AD84-3DA9B4AE4C7E}" type="presOf" srcId="{97BC87BF-2FD6-426C-B335-D15A8199BFAD}" destId="{2797A4BD-392A-48A9-990E-88EC7C284452}" srcOrd="0" destOrd="0" presId="urn:microsoft.com/office/officeart/2008/layout/LinedList"/>
    <dgm:cxn modelId="{526BCA72-D4D6-478A-8F80-ECDE16B3972B}" srcId="{16D25DCF-56DA-486D-AF42-1771695434CD}" destId="{608F3BDD-B4A7-4F3A-AA4D-C8C565FA7179}" srcOrd="2" destOrd="0" parTransId="{CC607E2F-02C5-4DAF-9FFE-0EC3DD388C4A}" sibTransId="{C42E6D88-499D-4897-9739-663EC80F6644}"/>
    <dgm:cxn modelId="{F8590775-286B-4169-A9F6-6FE2BF607AD4}" srcId="{6A788749-A788-418A-B2C4-94C0096A9713}" destId="{660E824E-9525-4D4C-AC2B-3C17845A65FD}" srcOrd="4" destOrd="0" parTransId="{2CF4CD89-2D98-4DF8-A70C-7C478585D822}" sibTransId="{0FF415AE-813C-444B-80DE-499FDDCF6ABC}"/>
    <dgm:cxn modelId="{90F5DA78-DFD4-4160-8FA3-DACB388313CB}" type="presOf" srcId="{6A788749-A788-418A-B2C4-94C0096A9713}" destId="{2FF47BD3-6666-4BB3-8821-425859F00532}" srcOrd="0" destOrd="0" presId="urn:microsoft.com/office/officeart/2008/layout/LinedList"/>
    <dgm:cxn modelId="{4B435179-5563-47F5-A446-E45092241EE9}" srcId="{6A788749-A788-418A-B2C4-94C0096A9713}" destId="{E2A49CB5-F09A-4490-A17B-D890705CE5C4}" srcOrd="0" destOrd="0" parTransId="{2E1B6EA6-8F69-4880-9D08-F1F2E11C97C6}" sibTransId="{05C5B0D3-558A-4594-995B-F8C23CA93E98}"/>
    <dgm:cxn modelId="{E043E48D-AB13-4680-A585-F3BF451F1111}" type="presOf" srcId="{C85639FC-106D-4D73-9A7E-818B771ACC1F}" destId="{F51BD149-0E86-4362-9670-DF27B12040F8}" srcOrd="0" destOrd="0" presId="urn:microsoft.com/office/officeart/2008/layout/LinedList"/>
    <dgm:cxn modelId="{9C6D108F-5B95-406D-8A75-E1C4EC147A31}" type="presOf" srcId="{16D25DCF-56DA-486D-AF42-1771695434CD}" destId="{90356C23-C0CB-4723-8A71-8A9A285CE228}" srcOrd="0" destOrd="0" presId="urn:microsoft.com/office/officeart/2008/layout/LinedList"/>
    <dgm:cxn modelId="{CA28D398-42AB-4E01-B725-24A2F6B00179}" type="presOf" srcId="{C4BBAAF4-FD49-4260-A957-CCCF5C9F2F07}" destId="{B4204CE3-7102-4425-BC2E-DCB24C20779B}" srcOrd="0" destOrd="0" presId="urn:microsoft.com/office/officeart/2008/layout/LinedList"/>
    <dgm:cxn modelId="{DB65569E-4A91-4409-A1DE-371F38721BB8}" srcId="{6A788749-A788-418A-B2C4-94C0096A9713}" destId="{C4BBAAF4-FD49-4260-A957-CCCF5C9F2F07}" srcOrd="1" destOrd="0" parTransId="{9C382A0E-A452-4519-89B6-2C557879BF1D}" sibTransId="{8897F83B-CA27-4559-9EFD-D0B88DA83AF7}"/>
    <dgm:cxn modelId="{EFF752A0-4A33-45AB-8BA1-B13CA67BB809}" srcId="{C85639FC-106D-4D73-9A7E-818B771ACC1F}" destId="{475E415A-87D9-40A9-BD80-82559C839A78}" srcOrd="2" destOrd="0" parTransId="{85D87FDF-62C8-472C-B42B-BE4D73777AC9}" sibTransId="{7092021C-E4CF-496C-8CD8-DB790D89CFCD}"/>
    <dgm:cxn modelId="{A464B6A0-2101-4C98-A5FA-5C9BC0087F57}" srcId="{C85639FC-106D-4D73-9A7E-818B771ACC1F}" destId="{6A788749-A788-418A-B2C4-94C0096A9713}" srcOrd="0" destOrd="0" parTransId="{DC6C343F-BF3F-4F3A-8A9E-BC5CBC458B3C}" sibTransId="{AE638FCF-20D7-42A8-8D3D-F5E0DD0DBDAF}"/>
    <dgm:cxn modelId="{F01B7DC9-F543-4BBD-86FF-7453B6EBD3EA}" srcId="{16D25DCF-56DA-486D-AF42-1771695434CD}" destId="{97BC87BF-2FD6-426C-B335-D15A8199BFAD}" srcOrd="1" destOrd="0" parTransId="{A54BF08A-A48B-4E88-91A8-BE57BCF6FD3D}" sibTransId="{6D17CB64-1262-423C-B56B-7510326B70D9}"/>
    <dgm:cxn modelId="{532825E5-A33D-4BEB-8122-990C771E2D6C}" type="presOf" srcId="{E2A49CB5-F09A-4490-A17B-D890705CE5C4}" destId="{4E0AB333-2154-48DF-A8F3-F6BDA386017C}" srcOrd="0" destOrd="0" presId="urn:microsoft.com/office/officeart/2008/layout/LinedList"/>
    <dgm:cxn modelId="{9CFD1AFE-5A2E-4A93-A6D1-9B72BA7A318E}" type="presOf" srcId="{475E415A-87D9-40A9-BD80-82559C839A78}" destId="{EAB59281-71FD-4D9E-83A9-66A2A8407D63}" srcOrd="0" destOrd="0" presId="urn:microsoft.com/office/officeart/2008/layout/LinedList"/>
    <dgm:cxn modelId="{958EAFDA-26E5-46DB-B251-4D1BE2EB9F54}" type="presParOf" srcId="{F51BD149-0E86-4362-9670-DF27B12040F8}" destId="{DCF04DA1-A3D7-4132-860B-C9C4C7796571}" srcOrd="0" destOrd="0" presId="urn:microsoft.com/office/officeart/2008/layout/LinedList"/>
    <dgm:cxn modelId="{21FA3913-C94D-4D79-A859-05901AFD2440}" type="presParOf" srcId="{F51BD149-0E86-4362-9670-DF27B12040F8}" destId="{659BBD7B-5777-487C-AD85-DA6623B4A3DD}" srcOrd="1" destOrd="0" presId="urn:microsoft.com/office/officeart/2008/layout/LinedList"/>
    <dgm:cxn modelId="{B9AB75DA-3479-4DCE-A6E2-86A083A75378}" type="presParOf" srcId="{659BBD7B-5777-487C-AD85-DA6623B4A3DD}" destId="{2FF47BD3-6666-4BB3-8821-425859F00532}" srcOrd="0" destOrd="0" presId="urn:microsoft.com/office/officeart/2008/layout/LinedList"/>
    <dgm:cxn modelId="{F4DC4B5F-305F-47FC-9B8E-85B5F53437BA}" type="presParOf" srcId="{659BBD7B-5777-487C-AD85-DA6623B4A3DD}" destId="{57459E02-1F9A-49EA-A1DC-2CA4E0A36676}" srcOrd="1" destOrd="0" presId="urn:microsoft.com/office/officeart/2008/layout/LinedList"/>
    <dgm:cxn modelId="{FB7508FA-3A4F-435C-B358-43D6F7615449}" type="presParOf" srcId="{57459E02-1F9A-49EA-A1DC-2CA4E0A36676}" destId="{2EEE89D6-3BB5-4A2D-AD02-9219903D97B7}" srcOrd="0" destOrd="0" presId="urn:microsoft.com/office/officeart/2008/layout/LinedList"/>
    <dgm:cxn modelId="{B90C3BCD-59ED-43D7-9BEE-178A102365F4}" type="presParOf" srcId="{57459E02-1F9A-49EA-A1DC-2CA4E0A36676}" destId="{27C6A76D-6D81-4AB2-98A0-965A2FE32C3D}" srcOrd="1" destOrd="0" presId="urn:microsoft.com/office/officeart/2008/layout/LinedList"/>
    <dgm:cxn modelId="{C1FED689-B62A-4D3A-A797-52E272EF8355}" type="presParOf" srcId="{27C6A76D-6D81-4AB2-98A0-965A2FE32C3D}" destId="{BF813657-0E39-469E-BED3-2FBDD4A7DE4D}" srcOrd="0" destOrd="0" presId="urn:microsoft.com/office/officeart/2008/layout/LinedList"/>
    <dgm:cxn modelId="{C1031EC1-1CE0-4FBE-979A-8D20A12927C9}" type="presParOf" srcId="{27C6A76D-6D81-4AB2-98A0-965A2FE32C3D}" destId="{4E0AB333-2154-48DF-A8F3-F6BDA386017C}" srcOrd="1" destOrd="0" presId="urn:microsoft.com/office/officeart/2008/layout/LinedList"/>
    <dgm:cxn modelId="{2ED929E3-ED21-48C9-B4FB-11D9391E8734}" type="presParOf" srcId="{27C6A76D-6D81-4AB2-98A0-965A2FE32C3D}" destId="{6CC26DE6-9582-4ECF-8054-5687E8ED3286}" srcOrd="2" destOrd="0" presId="urn:microsoft.com/office/officeart/2008/layout/LinedList"/>
    <dgm:cxn modelId="{6CF7E85C-EAF6-4864-BF8A-B083263AACF1}" type="presParOf" srcId="{57459E02-1F9A-49EA-A1DC-2CA4E0A36676}" destId="{53E1DD49-926C-40F6-BD77-C6D1CB57FE72}" srcOrd="2" destOrd="0" presId="urn:microsoft.com/office/officeart/2008/layout/LinedList"/>
    <dgm:cxn modelId="{68323810-9062-4BA7-A77E-B7E8C9B31D89}" type="presParOf" srcId="{57459E02-1F9A-49EA-A1DC-2CA4E0A36676}" destId="{44AE98CE-A262-4680-8094-E44B214F4A1C}" srcOrd="3" destOrd="0" presId="urn:microsoft.com/office/officeart/2008/layout/LinedList"/>
    <dgm:cxn modelId="{72C7CE0C-F74F-4D07-92FC-F353366A7059}" type="presParOf" srcId="{57459E02-1F9A-49EA-A1DC-2CA4E0A36676}" destId="{962D11F0-00D3-4020-B501-3B4950819303}" srcOrd="4" destOrd="0" presId="urn:microsoft.com/office/officeart/2008/layout/LinedList"/>
    <dgm:cxn modelId="{60DFD4D1-8A6D-4FBA-86A3-04C85D2957F8}" type="presParOf" srcId="{962D11F0-00D3-4020-B501-3B4950819303}" destId="{40BC41E6-10FB-41B6-AE6A-529E81DBC5B9}" srcOrd="0" destOrd="0" presId="urn:microsoft.com/office/officeart/2008/layout/LinedList"/>
    <dgm:cxn modelId="{541EDD47-FDDD-4B26-8BC7-90E5ECBA0D1E}" type="presParOf" srcId="{962D11F0-00D3-4020-B501-3B4950819303}" destId="{B4204CE3-7102-4425-BC2E-DCB24C20779B}" srcOrd="1" destOrd="0" presId="urn:microsoft.com/office/officeart/2008/layout/LinedList"/>
    <dgm:cxn modelId="{82146DC7-817E-4D98-95C1-14B527FE8EC6}" type="presParOf" srcId="{962D11F0-00D3-4020-B501-3B4950819303}" destId="{74E5534B-491A-4844-9B44-8CFF013E0988}" srcOrd="2" destOrd="0" presId="urn:microsoft.com/office/officeart/2008/layout/LinedList"/>
    <dgm:cxn modelId="{C936A3B3-9675-4275-86B2-739EB977E6F6}" type="presParOf" srcId="{57459E02-1F9A-49EA-A1DC-2CA4E0A36676}" destId="{AB2B6E45-57D8-461E-9D13-4C9375231C89}" srcOrd="5" destOrd="0" presId="urn:microsoft.com/office/officeart/2008/layout/LinedList"/>
    <dgm:cxn modelId="{39D7D0D7-2026-41B7-BBB1-B120543D9593}" type="presParOf" srcId="{57459E02-1F9A-49EA-A1DC-2CA4E0A36676}" destId="{2170306C-C5D2-4FD0-9E0C-A78706028D36}" srcOrd="6" destOrd="0" presId="urn:microsoft.com/office/officeart/2008/layout/LinedList"/>
    <dgm:cxn modelId="{36071C46-8896-468A-8420-EE12A68753EC}" type="presParOf" srcId="{57459E02-1F9A-49EA-A1DC-2CA4E0A36676}" destId="{0F065284-8E5D-479E-B451-7F8A9B7AC122}" srcOrd="7" destOrd="0" presId="urn:microsoft.com/office/officeart/2008/layout/LinedList"/>
    <dgm:cxn modelId="{3934569E-A8E7-455D-931B-7D71C9D6A1AD}" type="presParOf" srcId="{0F065284-8E5D-479E-B451-7F8A9B7AC122}" destId="{CF17DE3D-57F7-4133-AE08-7E341B4EDDEB}" srcOrd="0" destOrd="0" presId="urn:microsoft.com/office/officeart/2008/layout/LinedList"/>
    <dgm:cxn modelId="{44510B45-AB51-40F1-8ABE-255EB88E2940}" type="presParOf" srcId="{0F065284-8E5D-479E-B451-7F8A9B7AC122}" destId="{8EE07DA8-4794-4FE9-8BCC-B16C9716114B}" srcOrd="1" destOrd="0" presId="urn:microsoft.com/office/officeart/2008/layout/LinedList"/>
    <dgm:cxn modelId="{6CA7AACB-366B-42DB-84D3-ED9F7FFF7F81}" type="presParOf" srcId="{0F065284-8E5D-479E-B451-7F8A9B7AC122}" destId="{EBCDB37D-3798-4750-B867-A2ECA05C19C5}" srcOrd="2" destOrd="0" presId="urn:microsoft.com/office/officeart/2008/layout/LinedList"/>
    <dgm:cxn modelId="{40C0E43E-3BBA-4FAF-BE0E-A1CA7B20CB5B}" type="presParOf" srcId="{57459E02-1F9A-49EA-A1DC-2CA4E0A36676}" destId="{AE9F72C9-FDC7-4A50-AA6B-F7F861B9FE2A}" srcOrd="8" destOrd="0" presId="urn:microsoft.com/office/officeart/2008/layout/LinedList"/>
    <dgm:cxn modelId="{C7B92A8B-AA9B-4B84-A3F6-FF90BC726280}" type="presParOf" srcId="{57459E02-1F9A-49EA-A1DC-2CA4E0A36676}" destId="{26503221-9D42-4D24-AC76-8887B78E84DC}" srcOrd="9" destOrd="0" presId="urn:microsoft.com/office/officeart/2008/layout/LinedList"/>
    <dgm:cxn modelId="{4714B8D8-C420-4876-A33F-AAFF17C02D32}" type="presParOf" srcId="{57459E02-1F9A-49EA-A1DC-2CA4E0A36676}" destId="{BE105E1B-ACDA-4095-8623-214655EF6CC2}" srcOrd="10" destOrd="0" presId="urn:microsoft.com/office/officeart/2008/layout/LinedList"/>
    <dgm:cxn modelId="{67690A4F-D61E-4FAD-8CAE-5AB54B91F9C1}" type="presParOf" srcId="{BE105E1B-ACDA-4095-8623-214655EF6CC2}" destId="{E92F4FAF-191D-4D98-9F94-0F3C376CF23B}" srcOrd="0" destOrd="0" presId="urn:microsoft.com/office/officeart/2008/layout/LinedList"/>
    <dgm:cxn modelId="{D66D8902-5B28-425A-A05A-385B6C4F6AB7}" type="presParOf" srcId="{BE105E1B-ACDA-4095-8623-214655EF6CC2}" destId="{37114A95-8EA9-414F-8E53-52EC324C0CD1}" srcOrd="1" destOrd="0" presId="urn:microsoft.com/office/officeart/2008/layout/LinedList"/>
    <dgm:cxn modelId="{8FAC6148-81E3-4140-836B-19250DDF1A68}" type="presParOf" srcId="{BE105E1B-ACDA-4095-8623-214655EF6CC2}" destId="{F7FE44D6-3C78-45E7-B317-C4AA0013EB2D}" srcOrd="2" destOrd="0" presId="urn:microsoft.com/office/officeart/2008/layout/LinedList"/>
    <dgm:cxn modelId="{C26FAA8B-5E7E-4F2B-82B1-29EA2366F5E6}" type="presParOf" srcId="{57459E02-1F9A-49EA-A1DC-2CA4E0A36676}" destId="{05D0DD72-C9A4-49E5-A8C2-49201362F9A3}" srcOrd="11" destOrd="0" presId="urn:microsoft.com/office/officeart/2008/layout/LinedList"/>
    <dgm:cxn modelId="{8FD696A6-7F3E-4D29-AFAF-7D6160A16B17}" type="presParOf" srcId="{57459E02-1F9A-49EA-A1DC-2CA4E0A36676}" destId="{6563938E-B4F5-41B0-ABDD-3BE147885DC7}" srcOrd="12" destOrd="0" presId="urn:microsoft.com/office/officeart/2008/layout/LinedList"/>
    <dgm:cxn modelId="{32DCAE11-48C9-4B1D-9451-B7C69E0496BD}" type="presParOf" srcId="{57459E02-1F9A-49EA-A1DC-2CA4E0A36676}" destId="{17F7B33E-EC99-4425-A4E8-60BE3AE4B1D9}" srcOrd="13" destOrd="0" presId="urn:microsoft.com/office/officeart/2008/layout/LinedList"/>
    <dgm:cxn modelId="{DE27B8BA-7E1A-4B18-B4A8-9498A8E6C5EA}" type="presParOf" srcId="{17F7B33E-EC99-4425-A4E8-60BE3AE4B1D9}" destId="{90FA3EC1-0F4A-4639-A338-B1E491D4E17D}" srcOrd="0" destOrd="0" presId="urn:microsoft.com/office/officeart/2008/layout/LinedList"/>
    <dgm:cxn modelId="{962E85A9-3F3A-4339-BAB3-4731C39D1D80}" type="presParOf" srcId="{17F7B33E-EC99-4425-A4E8-60BE3AE4B1D9}" destId="{50093489-0771-4692-BEEF-2CFD15140EBA}" srcOrd="1" destOrd="0" presId="urn:microsoft.com/office/officeart/2008/layout/LinedList"/>
    <dgm:cxn modelId="{8E66BD25-1C38-4999-B559-1A9DE7BFE900}" type="presParOf" srcId="{17F7B33E-EC99-4425-A4E8-60BE3AE4B1D9}" destId="{B41C7989-4A06-42DA-8638-05A591573745}" srcOrd="2" destOrd="0" presId="urn:microsoft.com/office/officeart/2008/layout/LinedList"/>
    <dgm:cxn modelId="{AE9E95BC-CF92-4601-AF92-57695F78DA1A}" type="presParOf" srcId="{57459E02-1F9A-49EA-A1DC-2CA4E0A36676}" destId="{2C10CB62-1F33-4713-9DB5-0D7CF71F9E02}" srcOrd="14" destOrd="0" presId="urn:microsoft.com/office/officeart/2008/layout/LinedList"/>
    <dgm:cxn modelId="{3F5DB354-5BD0-42A2-893D-0A0FD38EA446}" type="presParOf" srcId="{57459E02-1F9A-49EA-A1DC-2CA4E0A36676}" destId="{CA2B7D4B-A8AB-4B4B-811C-C0DB8D6B053E}" srcOrd="15" destOrd="0" presId="urn:microsoft.com/office/officeart/2008/layout/LinedList"/>
    <dgm:cxn modelId="{FAD52083-8161-40BC-AB7D-3FCC79A0ED9C}" type="presParOf" srcId="{F51BD149-0E86-4362-9670-DF27B12040F8}" destId="{20B4419E-3F77-4CF8-BC46-C1E168A59EB0}" srcOrd="2" destOrd="0" presId="urn:microsoft.com/office/officeart/2008/layout/LinedList"/>
    <dgm:cxn modelId="{2F141AAA-C884-41A9-81C8-6BE94D07E21A}" type="presParOf" srcId="{F51BD149-0E86-4362-9670-DF27B12040F8}" destId="{7F7A997D-5CBE-4C6C-BDA4-9F89351E327B}" srcOrd="3" destOrd="0" presId="urn:microsoft.com/office/officeart/2008/layout/LinedList"/>
    <dgm:cxn modelId="{DD990B4F-D6BB-4541-AFAC-15FC494DCC62}" type="presParOf" srcId="{7F7A997D-5CBE-4C6C-BDA4-9F89351E327B}" destId="{90356C23-C0CB-4723-8A71-8A9A285CE228}" srcOrd="0" destOrd="0" presId="urn:microsoft.com/office/officeart/2008/layout/LinedList"/>
    <dgm:cxn modelId="{4711B461-D32F-441B-855B-38A699108103}" type="presParOf" srcId="{7F7A997D-5CBE-4C6C-BDA4-9F89351E327B}" destId="{1B08E586-B8E0-44EE-B4B1-C12276769095}" srcOrd="1" destOrd="0" presId="urn:microsoft.com/office/officeart/2008/layout/LinedList"/>
    <dgm:cxn modelId="{A243A431-2ED9-4874-B7A5-BF86D1B2AD1D}" type="presParOf" srcId="{1B08E586-B8E0-44EE-B4B1-C12276769095}" destId="{030259FF-EAA2-449B-A948-C5DCD8AE2396}" srcOrd="0" destOrd="0" presId="urn:microsoft.com/office/officeart/2008/layout/LinedList"/>
    <dgm:cxn modelId="{40FA1A07-60AE-4EA3-A852-BA1082450284}" type="presParOf" srcId="{1B08E586-B8E0-44EE-B4B1-C12276769095}" destId="{919E33B3-0741-48D2-BDDE-AC1B136A4A34}" srcOrd="1" destOrd="0" presId="urn:microsoft.com/office/officeart/2008/layout/LinedList"/>
    <dgm:cxn modelId="{EE37DF6B-2EF1-4A70-862E-CC92891D8680}" type="presParOf" srcId="{919E33B3-0741-48D2-BDDE-AC1B136A4A34}" destId="{A44C152E-6347-424E-A7C8-8BF7389BC4CA}" srcOrd="0" destOrd="0" presId="urn:microsoft.com/office/officeart/2008/layout/LinedList"/>
    <dgm:cxn modelId="{748DDD83-4535-4A14-8FD5-D3B39B1BB2FE}" type="presParOf" srcId="{919E33B3-0741-48D2-BDDE-AC1B136A4A34}" destId="{15307C10-475B-4D25-9C4E-E6C1AA8DDEC3}" srcOrd="1" destOrd="0" presId="urn:microsoft.com/office/officeart/2008/layout/LinedList"/>
    <dgm:cxn modelId="{5B84F0B1-E7D1-437B-A214-3F0A9F88AFE4}" type="presParOf" srcId="{919E33B3-0741-48D2-BDDE-AC1B136A4A34}" destId="{D46AE880-28E6-48EA-A9FA-ABB4DA45F1ED}" srcOrd="2" destOrd="0" presId="urn:microsoft.com/office/officeart/2008/layout/LinedList"/>
    <dgm:cxn modelId="{BA3EC5D7-8F2E-4A07-A120-6DE488975216}" type="presParOf" srcId="{1B08E586-B8E0-44EE-B4B1-C12276769095}" destId="{6FCD9D4C-2A2A-479A-AA3D-86D5C49A6AA6}" srcOrd="2" destOrd="0" presId="urn:microsoft.com/office/officeart/2008/layout/LinedList"/>
    <dgm:cxn modelId="{10FD8B02-5550-4CB9-928F-E7DB86662C9F}" type="presParOf" srcId="{1B08E586-B8E0-44EE-B4B1-C12276769095}" destId="{CDEF8B3E-AAB3-435E-A04E-2FED7DABCF07}" srcOrd="3" destOrd="0" presId="urn:microsoft.com/office/officeart/2008/layout/LinedList"/>
    <dgm:cxn modelId="{D9A02BFE-CD5E-4E24-9A21-170D1292CC49}" type="presParOf" srcId="{1B08E586-B8E0-44EE-B4B1-C12276769095}" destId="{9FEBE05F-E705-4850-B974-257B66600738}" srcOrd="4" destOrd="0" presId="urn:microsoft.com/office/officeart/2008/layout/LinedList"/>
    <dgm:cxn modelId="{5524471E-F969-476E-A923-7A5CF3CECA2E}" type="presParOf" srcId="{9FEBE05F-E705-4850-B974-257B66600738}" destId="{9E6CBD71-C832-42B9-805B-085DE1A88F8D}" srcOrd="0" destOrd="0" presId="urn:microsoft.com/office/officeart/2008/layout/LinedList"/>
    <dgm:cxn modelId="{41BBF16A-DC6F-4B80-829C-1CE67427D4BF}" type="presParOf" srcId="{9FEBE05F-E705-4850-B974-257B66600738}" destId="{2797A4BD-392A-48A9-990E-88EC7C284452}" srcOrd="1" destOrd="0" presId="urn:microsoft.com/office/officeart/2008/layout/LinedList"/>
    <dgm:cxn modelId="{0200A5C7-C41A-4FF3-869F-341BB56C091B}" type="presParOf" srcId="{9FEBE05F-E705-4850-B974-257B66600738}" destId="{76CA4505-FBEA-4417-8E17-D7FF39036F0E}" srcOrd="2" destOrd="0" presId="urn:microsoft.com/office/officeart/2008/layout/LinedList"/>
    <dgm:cxn modelId="{2C6D8F6A-C1A7-48E5-BC21-F38DBAF0E6D5}" type="presParOf" srcId="{1B08E586-B8E0-44EE-B4B1-C12276769095}" destId="{EAA2759E-E68D-46B1-AF0D-5B02FBCB0055}" srcOrd="5" destOrd="0" presId="urn:microsoft.com/office/officeart/2008/layout/LinedList"/>
    <dgm:cxn modelId="{914DD03F-38B3-4BDF-B92E-8F147128B198}" type="presParOf" srcId="{1B08E586-B8E0-44EE-B4B1-C12276769095}" destId="{A34614A6-BCEA-4CD3-A1D0-5E7924E1AA2D}" srcOrd="6" destOrd="0" presId="urn:microsoft.com/office/officeart/2008/layout/LinedList"/>
    <dgm:cxn modelId="{5B99A413-F5D0-4F83-9F8E-62B48FF27BA2}" type="presParOf" srcId="{1B08E586-B8E0-44EE-B4B1-C12276769095}" destId="{023DC4DC-D7F0-4C8F-969E-89B9F88C806E}" srcOrd="7" destOrd="0" presId="urn:microsoft.com/office/officeart/2008/layout/LinedList"/>
    <dgm:cxn modelId="{1885AA4C-14B4-4D22-8DBF-FD920CAC1978}" type="presParOf" srcId="{023DC4DC-D7F0-4C8F-969E-89B9F88C806E}" destId="{4058BA20-E21B-4BC8-90F5-2522F110F851}" srcOrd="0" destOrd="0" presId="urn:microsoft.com/office/officeart/2008/layout/LinedList"/>
    <dgm:cxn modelId="{86E878EF-268A-4474-BE6D-00A59781B4A8}" type="presParOf" srcId="{023DC4DC-D7F0-4C8F-969E-89B9F88C806E}" destId="{53F7E62A-E8D0-41A3-A89F-15932CBE07DF}" srcOrd="1" destOrd="0" presId="urn:microsoft.com/office/officeart/2008/layout/LinedList"/>
    <dgm:cxn modelId="{F78B1F38-A38C-4D63-AE94-3A9A007E9FEC}" type="presParOf" srcId="{023DC4DC-D7F0-4C8F-969E-89B9F88C806E}" destId="{96A4FB75-A6A6-4AE9-A9EF-01F8A2FDF3E5}" srcOrd="2" destOrd="0" presId="urn:microsoft.com/office/officeart/2008/layout/LinedList"/>
    <dgm:cxn modelId="{8C234AC3-1674-42B6-8A69-8FE1A102EC27}" type="presParOf" srcId="{1B08E586-B8E0-44EE-B4B1-C12276769095}" destId="{505CA14D-C26D-4C9B-839B-09DEE89E51B5}" srcOrd="8" destOrd="0" presId="urn:microsoft.com/office/officeart/2008/layout/LinedList"/>
    <dgm:cxn modelId="{1D859326-1190-466B-9652-95E66A5B0618}" type="presParOf" srcId="{1B08E586-B8E0-44EE-B4B1-C12276769095}" destId="{845E4334-164F-41F9-BCC0-881E56E1B21A}" srcOrd="9" destOrd="0" presId="urn:microsoft.com/office/officeart/2008/layout/LinedList"/>
    <dgm:cxn modelId="{FAAE6361-F16F-42B9-9C54-FF8FCB6CEF11}" type="presParOf" srcId="{F51BD149-0E86-4362-9670-DF27B12040F8}" destId="{BEC19E10-CA8E-4296-A77C-5F8C449A311D}" srcOrd="4" destOrd="0" presId="urn:microsoft.com/office/officeart/2008/layout/LinedList"/>
    <dgm:cxn modelId="{F254D092-AD88-4982-931B-DD2258DBED9B}" type="presParOf" srcId="{F51BD149-0E86-4362-9670-DF27B12040F8}" destId="{0E51CAFA-7EC3-4101-9BA1-692E825F51AC}" srcOrd="5" destOrd="0" presId="urn:microsoft.com/office/officeart/2008/layout/LinedList"/>
    <dgm:cxn modelId="{5C2C7521-AFDA-4F70-A5A6-1A5A99652B13}" type="presParOf" srcId="{0E51CAFA-7EC3-4101-9BA1-692E825F51AC}" destId="{EAB59281-71FD-4D9E-83A9-66A2A8407D63}" srcOrd="0" destOrd="0" presId="urn:microsoft.com/office/officeart/2008/layout/LinedList"/>
    <dgm:cxn modelId="{67BC68FB-F139-4412-84C9-46337158E1B0}" type="presParOf" srcId="{0E51CAFA-7EC3-4101-9BA1-692E825F51AC}" destId="{ACDA8176-2DDA-427E-A994-9F1600AE47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C1D901-478F-4BE5-94A2-0184BC9698C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EF6CE0-5A25-4C1F-BAE8-E7A834DD012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Disponibilizar todos os modelos treinados para download</a:t>
          </a:r>
          <a:endParaRPr lang="en-US"/>
        </a:p>
      </dgm:t>
    </dgm:pt>
    <dgm:pt modelId="{9906E423-23AD-4E2B-B224-BC217FA22C6B}" type="parTrans" cxnId="{E6C77575-260A-48FA-A9AD-77EF14A51764}">
      <dgm:prSet/>
      <dgm:spPr/>
      <dgm:t>
        <a:bodyPr/>
        <a:lstStyle/>
        <a:p>
          <a:endParaRPr lang="en-US"/>
        </a:p>
      </dgm:t>
    </dgm:pt>
    <dgm:pt modelId="{C9F9EA94-A04B-4703-8A1A-D5A477B9A8E0}" type="sibTrans" cxnId="{E6C77575-260A-48FA-A9AD-77EF14A51764}">
      <dgm:prSet/>
      <dgm:spPr/>
      <dgm:t>
        <a:bodyPr/>
        <a:lstStyle/>
        <a:p>
          <a:endParaRPr lang="en-US"/>
        </a:p>
      </dgm:t>
    </dgm:pt>
    <dgm:pt modelId="{26662479-4C12-4076-87C5-709BA7AFAE0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Dataset de treinamento com as predições</a:t>
          </a:r>
          <a:endParaRPr lang="en-US" dirty="0"/>
        </a:p>
      </dgm:t>
    </dgm:pt>
    <dgm:pt modelId="{22B07E98-02BA-4191-BBA7-D6EAFBA4F3F4}" type="parTrans" cxnId="{20BD0B58-5B03-4706-9ED7-F1B01F6455ED}">
      <dgm:prSet/>
      <dgm:spPr/>
      <dgm:t>
        <a:bodyPr/>
        <a:lstStyle/>
        <a:p>
          <a:endParaRPr lang="en-US"/>
        </a:p>
      </dgm:t>
    </dgm:pt>
    <dgm:pt modelId="{214380E3-F263-4DC2-AE9C-ADF6658C65FC}" type="sibTrans" cxnId="{20BD0B58-5B03-4706-9ED7-F1B01F6455ED}">
      <dgm:prSet/>
      <dgm:spPr/>
      <dgm:t>
        <a:bodyPr/>
        <a:lstStyle/>
        <a:p>
          <a:endParaRPr lang="en-US"/>
        </a:p>
      </dgm:t>
    </dgm:pt>
    <dgm:pt modelId="{8BF63203-BA2D-4D89-9EFE-93E7C5EFA71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Tabela de métricas</a:t>
          </a:r>
          <a:endParaRPr lang="en-US"/>
        </a:p>
      </dgm:t>
    </dgm:pt>
    <dgm:pt modelId="{309C291F-B2CF-4EA4-9B54-1DC3D65BD672}" type="parTrans" cxnId="{B3307AFB-98F6-4C08-956C-0432A8B6A89A}">
      <dgm:prSet/>
      <dgm:spPr/>
      <dgm:t>
        <a:bodyPr/>
        <a:lstStyle/>
        <a:p>
          <a:endParaRPr lang="en-US"/>
        </a:p>
      </dgm:t>
    </dgm:pt>
    <dgm:pt modelId="{730CA4E8-FB11-45E8-98B1-4B4A9EAF3762}" type="sibTrans" cxnId="{B3307AFB-98F6-4C08-956C-0432A8B6A89A}">
      <dgm:prSet/>
      <dgm:spPr/>
      <dgm:t>
        <a:bodyPr/>
        <a:lstStyle/>
        <a:p>
          <a:endParaRPr lang="en-US"/>
        </a:p>
      </dgm:t>
    </dgm:pt>
    <dgm:pt modelId="{00967C1F-6D7E-4F4E-8C3F-DCA12060D4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Especificação do ambiente Python (requirements)</a:t>
          </a:r>
          <a:endParaRPr lang="en-US"/>
        </a:p>
      </dgm:t>
    </dgm:pt>
    <dgm:pt modelId="{0B0F7D1A-3159-4C01-834F-9E1CB43BFF1A}" type="parTrans" cxnId="{8BDA55CA-5F00-486C-BFD4-3D42B84D503F}">
      <dgm:prSet/>
      <dgm:spPr/>
      <dgm:t>
        <a:bodyPr/>
        <a:lstStyle/>
        <a:p>
          <a:endParaRPr lang="en-US"/>
        </a:p>
      </dgm:t>
    </dgm:pt>
    <dgm:pt modelId="{D28CE127-854F-47F1-A8C5-09C7CB6ACA3D}" type="sibTrans" cxnId="{8BDA55CA-5F00-486C-BFD4-3D42B84D503F}">
      <dgm:prSet/>
      <dgm:spPr/>
      <dgm:t>
        <a:bodyPr/>
        <a:lstStyle/>
        <a:p>
          <a:endParaRPr lang="en-US"/>
        </a:p>
      </dgm:t>
    </dgm:pt>
    <dgm:pt modelId="{5F89D29E-3E69-443F-B1C0-7B0EF36521C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Endpoint da API e script de execução em batch</a:t>
          </a:r>
          <a:endParaRPr lang="en-US"/>
        </a:p>
      </dgm:t>
    </dgm:pt>
    <dgm:pt modelId="{16FD3034-7154-45A0-BAB3-E5F659CE4E4D}" type="parTrans" cxnId="{E002B703-90CC-48C1-8268-D2C3F6E362FC}">
      <dgm:prSet/>
      <dgm:spPr/>
      <dgm:t>
        <a:bodyPr/>
        <a:lstStyle/>
        <a:p>
          <a:endParaRPr lang="en-US"/>
        </a:p>
      </dgm:t>
    </dgm:pt>
    <dgm:pt modelId="{C4F18DE7-9F0D-494B-9FA2-89DC7E4A3EB5}" type="sibTrans" cxnId="{E002B703-90CC-48C1-8268-D2C3F6E362FC}">
      <dgm:prSet/>
      <dgm:spPr/>
      <dgm:t>
        <a:bodyPr/>
        <a:lstStyle/>
        <a:p>
          <a:endParaRPr lang="en-US"/>
        </a:p>
      </dgm:t>
    </dgm:pt>
    <dgm:pt modelId="{75CEE57F-B4DE-4D0D-9AB2-777565C33BCE}" type="pres">
      <dgm:prSet presAssocID="{C9C1D901-478F-4BE5-94A2-0184BC9698CF}" presName="root" presStyleCnt="0">
        <dgm:presLayoutVars>
          <dgm:dir/>
          <dgm:resizeHandles val="exact"/>
        </dgm:presLayoutVars>
      </dgm:prSet>
      <dgm:spPr/>
    </dgm:pt>
    <dgm:pt modelId="{ADCAEE9E-308E-4996-8432-E5D3E0905A15}" type="pres">
      <dgm:prSet presAssocID="{6FEF6CE0-5A25-4C1F-BAE8-E7A834DD012A}" presName="compNode" presStyleCnt="0"/>
      <dgm:spPr/>
    </dgm:pt>
    <dgm:pt modelId="{35BEC55F-5A76-42B4-91FC-DF198C749C1C}" type="pres">
      <dgm:prSet presAssocID="{6FEF6CE0-5A25-4C1F-BAE8-E7A834DD012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ixar"/>
        </a:ext>
      </dgm:extLst>
    </dgm:pt>
    <dgm:pt modelId="{35C9B217-3051-4C3C-8FC7-BAF71B705E4A}" type="pres">
      <dgm:prSet presAssocID="{6FEF6CE0-5A25-4C1F-BAE8-E7A834DD012A}" presName="spaceRect" presStyleCnt="0"/>
      <dgm:spPr/>
    </dgm:pt>
    <dgm:pt modelId="{3E54BAE5-4198-417A-AF18-A202C553AD70}" type="pres">
      <dgm:prSet presAssocID="{6FEF6CE0-5A25-4C1F-BAE8-E7A834DD012A}" presName="textRect" presStyleLbl="revTx" presStyleIdx="0" presStyleCnt="5">
        <dgm:presLayoutVars>
          <dgm:chMax val="1"/>
          <dgm:chPref val="1"/>
        </dgm:presLayoutVars>
      </dgm:prSet>
      <dgm:spPr/>
    </dgm:pt>
    <dgm:pt modelId="{9623BC9F-DDA3-4B2A-8DCE-616CF25601FC}" type="pres">
      <dgm:prSet presAssocID="{C9F9EA94-A04B-4703-8A1A-D5A477B9A8E0}" presName="sibTrans" presStyleCnt="0"/>
      <dgm:spPr/>
    </dgm:pt>
    <dgm:pt modelId="{65CD1495-67D9-4CCD-A85D-D4C5BC60FD5F}" type="pres">
      <dgm:prSet presAssocID="{26662479-4C12-4076-87C5-709BA7AFAE0D}" presName="compNode" presStyleCnt="0"/>
      <dgm:spPr/>
    </dgm:pt>
    <dgm:pt modelId="{DF34EE42-2A81-4998-8AB0-64E1CB2D40B1}" type="pres">
      <dgm:prSet presAssocID="{26662479-4C12-4076-87C5-709BA7AFAE0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C5F10455-D8A5-41DD-A9FD-1279F0E0E372}" type="pres">
      <dgm:prSet presAssocID="{26662479-4C12-4076-87C5-709BA7AFAE0D}" presName="spaceRect" presStyleCnt="0"/>
      <dgm:spPr/>
    </dgm:pt>
    <dgm:pt modelId="{86A6CBB2-2220-45A6-AF02-AEF6DE63CE9C}" type="pres">
      <dgm:prSet presAssocID="{26662479-4C12-4076-87C5-709BA7AFAE0D}" presName="textRect" presStyleLbl="revTx" presStyleIdx="1" presStyleCnt="5">
        <dgm:presLayoutVars>
          <dgm:chMax val="1"/>
          <dgm:chPref val="1"/>
        </dgm:presLayoutVars>
      </dgm:prSet>
      <dgm:spPr/>
    </dgm:pt>
    <dgm:pt modelId="{8107D4C5-CB96-4BE2-8F86-718BBEAE48D0}" type="pres">
      <dgm:prSet presAssocID="{214380E3-F263-4DC2-AE9C-ADF6658C65FC}" presName="sibTrans" presStyleCnt="0"/>
      <dgm:spPr/>
    </dgm:pt>
    <dgm:pt modelId="{0BAB98E4-DA96-4C81-9EA8-000A08C46EE1}" type="pres">
      <dgm:prSet presAssocID="{8BF63203-BA2D-4D89-9EFE-93E7C5EFA71E}" presName="compNode" presStyleCnt="0"/>
      <dgm:spPr/>
    </dgm:pt>
    <dgm:pt modelId="{FB38B8AD-DB06-4335-B448-7531826F35BA}" type="pres">
      <dgm:prSet presAssocID="{8BF63203-BA2D-4D89-9EFE-93E7C5EFA7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34C26A3-EC4D-49D7-BBBE-DCE4C3EFA1F3}" type="pres">
      <dgm:prSet presAssocID="{8BF63203-BA2D-4D89-9EFE-93E7C5EFA71E}" presName="spaceRect" presStyleCnt="0"/>
      <dgm:spPr/>
    </dgm:pt>
    <dgm:pt modelId="{E36561F0-8547-4797-8CD8-0E0E654121A1}" type="pres">
      <dgm:prSet presAssocID="{8BF63203-BA2D-4D89-9EFE-93E7C5EFA71E}" presName="textRect" presStyleLbl="revTx" presStyleIdx="2" presStyleCnt="5">
        <dgm:presLayoutVars>
          <dgm:chMax val="1"/>
          <dgm:chPref val="1"/>
        </dgm:presLayoutVars>
      </dgm:prSet>
      <dgm:spPr/>
    </dgm:pt>
    <dgm:pt modelId="{3436BC92-D970-4096-8981-289FCDDE23C8}" type="pres">
      <dgm:prSet presAssocID="{730CA4E8-FB11-45E8-98B1-4B4A9EAF3762}" presName="sibTrans" presStyleCnt="0"/>
      <dgm:spPr/>
    </dgm:pt>
    <dgm:pt modelId="{925001EF-43C2-4B11-8B1D-92F1A8330BCF}" type="pres">
      <dgm:prSet presAssocID="{00967C1F-6D7E-4F4E-8C3F-DCA12060D4C3}" presName="compNode" presStyleCnt="0"/>
      <dgm:spPr/>
    </dgm:pt>
    <dgm:pt modelId="{5300ADC0-1BB6-41C6-9154-B08B48493391}" type="pres">
      <dgm:prSet presAssocID="{00967C1F-6D7E-4F4E-8C3F-DCA12060D4C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7930A263-CEE0-49E5-8BE3-A35B93BF7A7C}" type="pres">
      <dgm:prSet presAssocID="{00967C1F-6D7E-4F4E-8C3F-DCA12060D4C3}" presName="spaceRect" presStyleCnt="0"/>
      <dgm:spPr/>
    </dgm:pt>
    <dgm:pt modelId="{847D1E06-D438-4C0A-B768-864070F480C4}" type="pres">
      <dgm:prSet presAssocID="{00967C1F-6D7E-4F4E-8C3F-DCA12060D4C3}" presName="textRect" presStyleLbl="revTx" presStyleIdx="3" presStyleCnt="5">
        <dgm:presLayoutVars>
          <dgm:chMax val="1"/>
          <dgm:chPref val="1"/>
        </dgm:presLayoutVars>
      </dgm:prSet>
      <dgm:spPr/>
    </dgm:pt>
    <dgm:pt modelId="{00385D15-117C-4552-864D-EC67D82EBA30}" type="pres">
      <dgm:prSet presAssocID="{D28CE127-854F-47F1-A8C5-09C7CB6ACA3D}" presName="sibTrans" presStyleCnt="0"/>
      <dgm:spPr/>
    </dgm:pt>
    <dgm:pt modelId="{B072DA00-B50C-4048-B658-C2505FA3800B}" type="pres">
      <dgm:prSet presAssocID="{5F89D29E-3E69-443F-B1C0-7B0EF36521C8}" presName="compNode" presStyleCnt="0"/>
      <dgm:spPr/>
    </dgm:pt>
    <dgm:pt modelId="{B4EB653E-C6CE-4129-9495-5CD3E2C2EAB8}" type="pres">
      <dgm:prSet presAssocID="{5F89D29E-3E69-443F-B1C0-7B0EF36521C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22753EE2-35B3-4357-BCD0-B03C2C2BB495}" type="pres">
      <dgm:prSet presAssocID="{5F89D29E-3E69-443F-B1C0-7B0EF36521C8}" presName="spaceRect" presStyleCnt="0"/>
      <dgm:spPr/>
    </dgm:pt>
    <dgm:pt modelId="{279C30FA-1732-4EC7-BECA-7DD3101E43E7}" type="pres">
      <dgm:prSet presAssocID="{5F89D29E-3E69-443F-B1C0-7B0EF36521C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02B703-90CC-48C1-8268-D2C3F6E362FC}" srcId="{C9C1D901-478F-4BE5-94A2-0184BC9698CF}" destId="{5F89D29E-3E69-443F-B1C0-7B0EF36521C8}" srcOrd="4" destOrd="0" parTransId="{16FD3034-7154-45A0-BAB3-E5F659CE4E4D}" sibTransId="{C4F18DE7-9F0D-494B-9FA2-89DC7E4A3EB5}"/>
    <dgm:cxn modelId="{D399C21C-9B43-4CA0-BC82-74F780A6259A}" type="presOf" srcId="{5F89D29E-3E69-443F-B1C0-7B0EF36521C8}" destId="{279C30FA-1732-4EC7-BECA-7DD3101E43E7}" srcOrd="0" destOrd="0" presId="urn:microsoft.com/office/officeart/2018/2/layout/IconLabelList"/>
    <dgm:cxn modelId="{E1691049-E4AF-400E-B3F7-8A0C64C0E43C}" type="presOf" srcId="{8BF63203-BA2D-4D89-9EFE-93E7C5EFA71E}" destId="{E36561F0-8547-4797-8CD8-0E0E654121A1}" srcOrd="0" destOrd="0" presId="urn:microsoft.com/office/officeart/2018/2/layout/IconLabelList"/>
    <dgm:cxn modelId="{03195A51-D2E5-4F27-A35F-A0D2151D82C9}" type="presOf" srcId="{00967C1F-6D7E-4F4E-8C3F-DCA12060D4C3}" destId="{847D1E06-D438-4C0A-B768-864070F480C4}" srcOrd="0" destOrd="0" presId="urn:microsoft.com/office/officeart/2018/2/layout/IconLabelList"/>
    <dgm:cxn modelId="{E6C77575-260A-48FA-A9AD-77EF14A51764}" srcId="{C9C1D901-478F-4BE5-94A2-0184BC9698CF}" destId="{6FEF6CE0-5A25-4C1F-BAE8-E7A834DD012A}" srcOrd="0" destOrd="0" parTransId="{9906E423-23AD-4E2B-B224-BC217FA22C6B}" sibTransId="{C9F9EA94-A04B-4703-8A1A-D5A477B9A8E0}"/>
    <dgm:cxn modelId="{8E9FF255-7109-40A1-A79A-8B2B88C25309}" type="presOf" srcId="{C9C1D901-478F-4BE5-94A2-0184BC9698CF}" destId="{75CEE57F-B4DE-4D0D-9AB2-777565C33BCE}" srcOrd="0" destOrd="0" presId="urn:microsoft.com/office/officeart/2018/2/layout/IconLabelList"/>
    <dgm:cxn modelId="{20BD0B58-5B03-4706-9ED7-F1B01F6455ED}" srcId="{C9C1D901-478F-4BE5-94A2-0184BC9698CF}" destId="{26662479-4C12-4076-87C5-709BA7AFAE0D}" srcOrd="1" destOrd="0" parTransId="{22B07E98-02BA-4191-BBA7-D6EAFBA4F3F4}" sibTransId="{214380E3-F263-4DC2-AE9C-ADF6658C65FC}"/>
    <dgm:cxn modelId="{92777696-B8E8-470B-8A6D-18DA1D95A95D}" type="presOf" srcId="{26662479-4C12-4076-87C5-709BA7AFAE0D}" destId="{86A6CBB2-2220-45A6-AF02-AEF6DE63CE9C}" srcOrd="0" destOrd="0" presId="urn:microsoft.com/office/officeart/2018/2/layout/IconLabelList"/>
    <dgm:cxn modelId="{8BDA55CA-5F00-486C-BFD4-3D42B84D503F}" srcId="{C9C1D901-478F-4BE5-94A2-0184BC9698CF}" destId="{00967C1F-6D7E-4F4E-8C3F-DCA12060D4C3}" srcOrd="3" destOrd="0" parTransId="{0B0F7D1A-3159-4C01-834F-9E1CB43BFF1A}" sibTransId="{D28CE127-854F-47F1-A8C5-09C7CB6ACA3D}"/>
    <dgm:cxn modelId="{9BC5F4F9-827B-43CF-94D7-FF434E09F7C1}" type="presOf" srcId="{6FEF6CE0-5A25-4C1F-BAE8-E7A834DD012A}" destId="{3E54BAE5-4198-417A-AF18-A202C553AD70}" srcOrd="0" destOrd="0" presId="urn:microsoft.com/office/officeart/2018/2/layout/IconLabelList"/>
    <dgm:cxn modelId="{B3307AFB-98F6-4C08-956C-0432A8B6A89A}" srcId="{C9C1D901-478F-4BE5-94A2-0184BC9698CF}" destId="{8BF63203-BA2D-4D89-9EFE-93E7C5EFA71E}" srcOrd="2" destOrd="0" parTransId="{309C291F-B2CF-4EA4-9B54-1DC3D65BD672}" sibTransId="{730CA4E8-FB11-45E8-98B1-4B4A9EAF3762}"/>
    <dgm:cxn modelId="{9A70481A-40E0-4C4E-B760-02330DCFA1A8}" type="presParOf" srcId="{75CEE57F-B4DE-4D0D-9AB2-777565C33BCE}" destId="{ADCAEE9E-308E-4996-8432-E5D3E0905A15}" srcOrd="0" destOrd="0" presId="urn:microsoft.com/office/officeart/2018/2/layout/IconLabelList"/>
    <dgm:cxn modelId="{5732143E-A5EC-461C-87B1-CBDB90A06C6D}" type="presParOf" srcId="{ADCAEE9E-308E-4996-8432-E5D3E0905A15}" destId="{35BEC55F-5A76-42B4-91FC-DF198C749C1C}" srcOrd="0" destOrd="0" presId="urn:microsoft.com/office/officeart/2018/2/layout/IconLabelList"/>
    <dgm:cxn modelId="{5D3C6E5B-FDB3-4CC9-BE0B-585E7E47F005}" type="presParOf" srcId="{ADCAEE9E-308E-4996-8432-E5D3E0905A15}" destId="{35C9B217-3051-4C3C-8FC7-BAF71B705E4A}" srcOrd="1" destOrd="0" presId="urn:microsoft.com/office/officeart/2018/2/layout/IconLabelList"/>
    <dgm:cxn modelId="{10BF2877-938C-4DEB-B6C3-0ED7F78BDCD0}" type="presParOf" srcId="{ADCAEE9E-308E-4996-8432-E5D3E0905A15}" destId="{3E54BAE5-4198-417A-AF18-A202C553AD70}" srcOrd="2" destOrd="0" presId="urn:microsoft.com/office/officeart/2018/2/layout/IconLabelList"/>
    <dgm:cxn modelId="{B8ACBDE2-084E-4827-9E2E-3A0EC6E6F6FF}" type="presParOf" srcId="{75CEE57F-B4DE-4D0D-9AB2-777565C33BCE}" destId="{9623BC9F-DDA3-4B2A-8DCE-616CF25601FC}" srcOrd="1" destOrd="0" presId="urn:microsoft.com/office/officeart/2018/2/layout/IconLabelList"/>
    <dgm:cxn modelId="{1ED1E23E-BB79-47C1-B465-D9E9E0D4BBF6}" type="presParOf" srcId="{75CEE57F-B4DE-4D0D-9AB2-777565C33BCE}" destId="{65CD1495-67D9-4CCD-A85D-D4C5BC60FD5F}" srcOrd="2" destOrd="0" presId="urn:microsoft.com/office/officeart/2018/2/layout/IconLabelList"/>
    <dgm:cxn modelId="{9FA32F05-6714-4F90-85F6-CAE89BF50B83}" type="presParOf" srcId="{65CD1495-67D9-4CCD-A85D-D4C5BC60FD5F}" destId="{DF34EE42-2A81-4998-8AB0-64E1CB2D40B1}" srcOrd="0" destOrd="0" presId="urn:microsoft.com/office/officeart/2018/2/layout/IconLabelList"/>
    <dgm:cxn modelId="{B4ED9A7F-127F-45F8-B7F7-08F1F58F6196}" type="presParOf" srcId="{65CD1495-67D9-4CCD-A85D-D4C5BC60FD5F}" destId="{C5F10455-D8A5-41DD-A9FD-1279F0E0E372}" srcOrd="1" destOrd="0" presId="urn:microsoft.com/office/officeart/2018/2/layout/IconLabelList"/>
    <dgm:cxn modelId="{E7A90FF6-79E1-45F6-A01E-B654B849C705}" type="presParOf" srcId="{65CD1495-67D9-4CCD-A85D-D4C5BC60FD5F}" destId="{86A6CBB2-2220-45A6-AF02-AEF6DE63CE9C}" srcOrd="2" destOrd="0" presId="urn:microsoft.com/office/officeart/2018/2/layout/IconLabelList"/>
    <dgm:cxn modelId="{CBAAD5A9-CCB7-47EF-BB9F-0A9D2543A007}" type="presParOf" srcId="{75CEE57F-B4DE-4D0D-9AB2-777565C33BCE}" destId="{8107D4C5-CB96-4BE2-8F86-718BBEAE48D0}" srcOrd="3" destOrd="0" presId="urn:microsoft.com/office/officeart/2018/2/layout/IconLabelList"/>
    <dgm:cxn modelId="{265B7CA1-FDA4-4CD0-A4BE-377B33C9A1E6}" type="presParOf" srcId="{75CEE57F-B4DE-4D0D-9AB2-777565C33BCE}" destId="{0BAB98E4-DA96-4C81-9EA8-000A08C46EE1}" srcOrd="4" destOrd="0" presId="urn:microsoft.com/office/officeart/2018/2/layout/IconLabelList"/>
    <dgm:cxn modelId="{06F759E2-089F-4A50-821F-212D2CC34B9F}" type="presParOf" srcId="{0BAB98E4-DA96-4C81-9EA8-000A08C46EE1}" destId="{FB38B8AD-DB06-4335-B448-7531826F35BA}" srcOrd="0" destOrd="0" presId="urn:microsoft.com/office/officeart/2018/2/layout/IconLabelList"/>
    <dgm:cxn modelId="{D7181573-1748-4F13-B0CF-8CCAF4C13C1A}" type="presParOf" srcId="{0BAB98E4-DA96-4C81-9EA8-000A08C46EE1}" destId="{034C26A3-EC4D-49D7-BBBE-DCE4C3EFA1F3}" srcOrd="1" destOrd="0" presId="urn:microsoft.com/office/officeart/2018/2/layout/IconLabelList"/>
    <dgm:cxn modelId="{41D51EC9-1320-4A17-9AD7-9D5E0E51FED6}" type="presParOf" srcId="{0BAB98E4-DA96-4C81-9EA8-000A08C46EE1}" destId="{E36561F0-8547-4797-8CD8-0E0E654121A1}" srcOrd="2" destOrd="0" presId="urn:microsoft.com/office/officeart/2018/2/layout/IconLabelList"/>
    <dgm:cxn modelId="{F27420D6-AF61-45A6-93B5-1709D33EB97F}" type="presParOf" srcId="{75CEE57F-B4DE-4D0D-9AB2-777565C33BCE}" destId="{3436BC92-D970-4096-8981-289FCDDE23C8}" srcOrd="5" destOrd="0" presId="urn:microsoft.com/office/officeart/2018/2/layout/IconLabelList"/>
    <dgm:cxn modelId="{B529BFA6-5D84-4B6B-9EB5-54780A401ADE}" type="presParOf" srcId="{75CEE57F-B4DE-4D0D-9AB2-777565C33BCE}" destId="{925001EF-43C2-4B11-8B1D-92F1A8330BCF}" srcOrd="6" destOrd="0" presId="urn:microsoft.com/office/officeart/2018/2/layout/IconLabelList"/>
    <dgm:cxn modelId="{7E79F184-8891-433F-B984-8854EF80538E}" type="presParOf" srcId="{925001EF-43C2-4B11-8B1D-92F1A8330BCF}" destId="{5300ADC0-1BB6-41C6-9154-B08B48493391}" srcOrd="0" destOrd="0" presId="urn:microsoft.com/office/officeart/2018/2/layout/IconLabelList"/>
    <dgm:cxn modelId="{A5CAD32C-9316-42F9-A313-D900EE0914BF}" type="presParOf" srcId="{925001EF-43C2-4B11-8B1D-92F1A8330BCF}" destId="{7930A263-CEE0-49E5-8BE3-A35B93BF7A7C}" srcOrd="1" destOrd="0" presId="urn:microsoft.com/office/officeart/2018/2/layout/IconLabelList"/>
    <dgm:cxn modelId="{E61FC49D-A306-481C-9701-54D2F0E28EFA}" type="presParOf" srcId="{925001EF-43C2-4B11-8B1D-92F1A8330BCF}" destId="{847D1E06-D438-4C0A-B768-864070F480C4}" srcOrd="2" destOrd="0" presId="urn:microsoft.com/office/officeart/2018/2/layout/IconLabelList"/>
    <dgm:cxn modelId="{6F248E0E-C65C-44D9-B308-640A736D6C3B}" type="presParOf" srcId="{75CEE57F-B4DE-4D0D-9AB2-777565C33BCE}" destId="{00385D15-117C-4552-864D-EC67D82EBA30}" srcOrd="7" destOrd="0" presId="urn:microsoft.com/office/officeart/2018/2/layout/IconLabelList"/>
    <dgm:cxn modelId="{B1CDB53B-80C3-4AA4-9812-0B08BD8B7D8D}" type="presParOf" srcId="{75CEE57F-B4DE-4D0D-9AB2-777565C33BCE}" destId="{B072DA00-B50C-4048-B658-C2505FA3800B}" srcOrd="8" destOrd="0" presId="urn:microsoft.com/office/officeart/2018/2/layout/IconLabelList"/>
    <dgm:cxn modelId="{2ADEE7C8-AB47-45DD-820F-D88B7D96D2AF}" type="presParOf" srcId="{B072DA00-B50C-4048-B658-C2505FA3800B}" destId="{B4EB653E-C6CE-4129-9495-5CD3E2C2EAB8}" srcOrd="0" destOrd="0" presId="urn:microsoft.com/office/officeart/2018/2/layout/IconLabelList"/>
    <dgm:cxn modelId="{8641FE18-A16A-4685-BE83-F094AE75384A}" type="presParOf" srcId="{B072DA00-B50C-4048-B658-C2505FA3800B}" destId="{22753EE2-35B3-4357-BCD0-B03C2C2BB495}" srcOrd="1" destOrd="0" presId="urn:microsoft.com/office/officeart/2018/2/layout/IconLabelList"/>
    <dgm:cxn modelId="{12E7949F-BF75-4BD3-866D-39731DDD7972}" type="presParOf" srcId="{B072DA00-B50C-4048-B658-C2505FA3800B}" destId="{279C30FA-1732-4EC7-BECA-7DD3101E43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D0FDFE-BBD0-4A05-9C9B-037745C8BF54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7342EF-A8DE-4692-BDE1-0CCEFA267F4F}">
      <dgm:prSet/>
      <dgm:spPr/>
      <dgm:t>
        <a:bodyPr/>
        <a:lstStyle/>
        <a:p>
          <a:r>
            <a:rPr lang="pt-BR"/>
            <a:t>Upload do dataset</a:t>
          </a:r>
          <a:endParaRPr lang="en-US"/>
        </a:p>
      </dgm:t>
    </dgm:pt>
    <dgm:pt modelId="{794F331E-66BD-4C6B-97FC-F65B6BAE2086}" type="parTrans" cxnId="{4C4078D8-62C0-4CC5-A9BA-7C65FF13F231}">
      <dgm:prSet/>
      <dgm:spPr/>
      <dgm:t>
        <a:bodyPr/>
        <a:lstStyle/>
        <a:p>
          <a:endParaRPr lang="en-US"/>
        </a:p>
      </dgm:t>
    </dgm:pt>
    <dgm:pt modelId="{ED725617-43A1-4D30-888D-79CBF97F0D4F}" type="sibTrans" cxnId="{4C4078D8-62C0-4CC5-A9BA-7C65FF13F231}">
      <dgm:prSet/>
      <dgm:spPr/>
      <dgm:t>
        <a:bodyPr/>
        <a:lstStyle/>
        <a:p>
          <a:endParaRPr lang="en-US"/>
        </a:p>
      </dgm:t>
    </dgm:pt>
    <dgm:pt modelId="{ACCB7BA7-B150-4F51-99FF-DC9054D1DE7B}">
      <dgm:prSet/>
      <dgm:spPr/>
      <dgm:t>
        <a:bodyPr/>
        <a:lstStyle/>
        <a:p>
          <a:r>
            <a:rPr lang="pt-BR"/>
            <a:t>Seleção automática de algoritmos</a:t>
          </a:r>
          <a:endParaRPr lang="en-US"/>
        </a:p>
      </dgm:t>
    </dgm:pt>
    <dgm:pt modelId="{1E00A47A-9CA3-4EBD-BC05-42AE2CB83440}" type="parTrans" cxnId="{ED3AF468-58C7-4C35-A00D-BF8F7024E422}">
      <dgm:prSet/>
      <dgm:spPr/>
      <dgm:t>
        <a:bodyPr/>
        <a:lstStyle/>
        <a:p>
          <a:endParaRPr lang="en-US"/>
        </a:p>
      </dgm:t>
    </dgm:pt>
    <dgm:pt modelId="{A0ADF119-DDEA-446B-BDBA-E28EA9610C7B}" type="sibTrans" cxnId="{ED3AF468-58C7-4C35-A00D-BF8F7024E422}">
      <dgm:prSet/>
      <dgm:spPr/>
      <dgm:t>
        <a:bodyPr/>
        <a:lstStyle/>
        <a:p>
          <a:endParaRPr lang="en-US"/>
        </a:p>
      </dgm:t>
    </dgm:pt>
    <dgm:pt modelId="{C4FA1924-E2C9-41BC-9A8A-3CD02E351AF1}">
      <dgm:prSet/>
      <dgm:spPr/>
      <dgm:t>
        <a:bodyPr/>
        <a:lstStyle/>
        <a:p>
          <a:r>
            <a:rPr lang="pt-BR"/>
            <a:t>Treinamento e comparação de modelos</a:t>
          </a:r>
          <a:endParaRPr lang="en-US"/>
        </a:p>
      </dgm:t>
    </dgm:pt>
    <dgm:pt modelId="{771BB948-87A9-4823-8449-A8C905DC5CF1}" type="parTrans" cxnId="{6511F26A-B59C-4F97-9B8A-40F70374AC5B}">
      <dgm:prSet/>
      <dgm:spPr/>
      <dgm:t>
        <a:bodyPr/>
        <a:lstStyle/>
        <a:p>
          <a:endParaRPr lang="en-US"/>
        </a:p>
      </dgm:t>
    </dgm:pt>
    <dgm:pt modelId="{1D450F7B-C25E-4F71-9959-C326998FE4F9}" type="sibTrans" cxnId="{6511F26A-B59C-4F97-9B8A-40F70374AC5B}">
      <dgm:prSet/>
      <dgm:spPr/>
      <dgm:t>
        <a:bodyPr/>
        <a:lstStyle/>
        <a:p>
          <a:endParaRPr lang="en-US"/>
        </a:p>
      </dgm:t>
    </dgm:pt>
    <dgm:pt modelId="{E00B4F77-0554-4AF6-A153-3B0E654B403B}">
      <dgm:prSet/>
      <dgm:spPr/>
      <dgm:t>
        <a:bodyPr/>
        <a:lstStyle/>
        <a:p>
          <a:r>
            <a:rPr lang="pt-BR"/>
            <a:t>Exibição de métricas e escolha da melhor solução</a:t>
          </a:r>
          <a:endParaRPr lang="en-US"/>
        </a:p>
      </dgm:t>
    </dgm:pt>
    <dgm:pt modelId="{3ADDC5CE-2EC3-4FF2-8760-22DAA123C322}" type="parTrans" cxnId="{4F4CFADA-5307-4358-961F-7B4F22A44496}">
      <dgm:prSet/>
      <dgm:spPr/>
      <dgm:t>
        <a:bodyPr/>
        <a:lstStyle/>
        <a:p>
          <a:endParaRPr lang="en-US"/>
        </a:p>
      </dgm:t>
    </dgm:pt>
    <dgm:pt modelId="{61F1CD92-B353-452A-8E0C-AE51F3832FEF}" type="sibTrans" cxnId="{4F4CFADA-5307-4358-961F-7B4F22A44496}">
      <dgm:prSet/>
      <dgm:spPr/>
      <dgm:t>
        <a:bodyPr/>
        <a:lstStyle/>
        <a:p>
          <a:endParaRPr lang="en-US"/>
        </a:p>
      </dgm:t>
    </dgm:pt>
    <dgm:pt modelId="{906769A4-C913-4BF8-AD1C-0737E5D9D716}">
      <dgm:prSet/>
      <dgm:spPr/>
      <dgm:t>
        <a:bodyPr/>
        <a:lstStyle/>
        <a:p>
          <a:r>
            <a:rPr lang="pt-BR"/>
            <a:t>Deploy do modelo: API ou batch</a:t>
          </a:r>
          <a:endParaRPr lang="en-US"/>
        </a:p>
      </dgm:t>
    </dgm:pt>
    <dgm:pt modelId="{DCA5BB8C-25F1-48D8-BC56-E82070A7C00C}" type="parTrans" cxnId="{B47CCBD0-AE61-4222-8650-359B8F44E256}">
      <dgm:prSet/>
      <dgm:spPr/>
      <dgm:t>
        <a:bodyPr/>
        <a:lstStyle/>
        <a:p>
          <a:endParaRPr lang="en-US"/>
        </a:p>
      </dgm:t>
    </dgm:pt>
    <dgm:pt modelId="{F5E0FA0B-0490-48AC-8B77-8BCA22B8B614}" type="sibTrans" cxnId="{B47CCBD0-AE61-4222-8650-359B8F44E256}">
      <dgm:prSet/>
      <dgm:spPr/>
      <dgm:t>
        <a:bodyPr/>
        <a:lstStyle/>
        <a:p>
          <a:endParaRPr lang="en-US"/>
        </a:p>
      </dgm:t>
    </dgm:pt>
    <dgm:pt modelId="{603CB322-49EA-4664-838E-0B75546B36D1}">
      <dgm:prSet/>
      <dgm:spPr/>
      <dgm:t>
        <a:bodyPr/>
        <a:lstStyle/>
        <a:p>
          <a:r>
            <a:rPr lang="pt-BR"/>
            <a:t>O usuário deverá ser capaz de escolher se deseja fazer o deploy via API ou Batch.</a:t>
          </a:r>
          <a:endParaRPr lang="en-US"/>
        </a:p>
      </dgm:t>
    </dgm:pt>
    <dgm:pt modelId="{2DD62DFF-CA40-452C-8D56-01DA25A0104A}" type="parTrans" cxnId="{97EDF453-2E33-47B8-BA94-5311C0375B09}">
      <dgm:prSet/>
      <dgm:spPr/>
      <dgm:t>
        <a:bodyPr/>
        <a:lstStyle/>
        <a:p>
          <a:endParaRPr lang="en-US"/>
        </a:p>
      </dgm:t>
    </dgm:pt>
    <dgm:pt modelId="{1650CC03-90DF-467C-A5CD-C4D9C2D1A372}" type="sibTrans" cxnId="{97EDF453-2E33-47B8-BA94-5311C0375B09}">
      <dgm:prSet/>
      <dgm:spPr/>
      <dgm:t>
        <a:bodyPr/>
        <a:lstStyle/>
        <a:p>
          <a:endParaRPr lang="en-US"/>
        </a:p>
      </dgm:t>
    </dgm:pt>
    <dgm:pt modelId="{46A74C20-5308-497C-A575-37197EEFCE75}">
      <dgm:prSet/>
      <dgm:spPr/>
      <dgm:t>
        <a:bodyPr/>
        <a:lstStyle/>
        <a:p>
          <a:r>
            <a:rPr lang="pt-BR"/>
            <a:t>Se for via API, um endpoint deve ser gerado.</a:t>
          </a:r>
          <a:endParaRPr lang="en-US"/>
        </a:p>
      </dgm:t>
    </dgm:pt>
    <dgm:pt modelId="{5B6448C4-E469-40EA-BB50-A8E8288CE32B}" type="parTrans" cxnId="{06CA2837-BC7A-4BB6-BE34-BEB7E9B02F89}">
      <dgm:prSet/>
      <dgm:spPr/>
      <dgm:t>
        <a:bodyPr/>
        <a:lstStyle/>
        <a:p>
          <a:endParaRPr lang="en-US"/>
        </a:p>
      </dgm:t>
    </dgm:pt>
    <dgm:pt modelId="{64B0F22C-1056-46CC-B227-1C349674FDC1}" type="sibTrans" cxnId="{06CA2837-BC7A-4BB6-BE34-BEB7E9B02F89}">
      <dgm:prSet/>
      <dgm:spPr/>
      <dgm:t>
        <a:bodyPr/>
        <a:lstStyle/>
        <a:p>
          <a:endParaRPr lang="en-US"/>
        </a:p>
      </dgm:t>
    </dgm:pt>
    <dgm:pt modelId="{D5557B2A-CB0D-46E4-AC0B-31AD2A053012}">
      <dgm:prSet/>
      <dgm:spPr/>
      <dgm:t>
        <a:bodyPr/>
        <a:lstStyle/>
        <a:p>
          <a:r>
            <a:rPr lang="pt-BR"/>
            <a:t>Se for via Batch, uma tela com uma opção de subir um novo dataset (com mesmo schema do utilizado no treino) deve estar disponível para o usuário fazer o upload. O arquivo com as predições deve ser disponibilizado.</a:t>
          </a:r>
          <a:endParaRPr lang="en-US"/>
        </a:p>
      </dgm:t>
    </dgm:pt>
    <dgm:pt modelId="{4DFB8185-41B5-47E8-B437-4D5DC8C85E37}" type="parTrans" cxnId="{612FF792-A1F5-459C-A943-A329A198D8EA}">
      <dgm:prSet/>
      <dgm:spPr/>
      <dgm:t>
        <a:bodyPr/>
        <a:lstStyle/>
        <a:p>
          <a:endParaRPr lang="en-US"/>
        </a:p>
      </dgm:t>
    </dgm:pt>
    <dgm:pt modelId="{5C563797-5620-4F23-AB26-C2E319F28F92}" type="sibTrans" cxnId="{612FF792-A1F5-459C-A943-A329A198D8EA}">
      <dgm:prSet/>
      <dgm:spPr/>
      <dgm:t>
        <a:bodyPr/>
        <a:lstStyle/>
        <a:p>
          <a:endParaRPr lang="en-US"/>
        </a:p>
      </dgm:t>
    </dgm:pt>
    <dgm:pt modelId="{44CB1843-0E75-4A33-963A-F978CB571005}">
      <dgm:prSet/>
      <dgm:spPr/>
      <dgm:t>
        <a:bodyPr/>
        <a:lstStyle/>
        <a:p>
          <a:r>
            <a:rPr lang="pt-BR"/>
            <a:t>Download dos artefatos</a:t>
          </a:r>
          <a:endParaRPr lang="en-US"/>
        </a:p>
      </dgm:t>
    </dgm:pt>
    <dgm:pt modelId="{32EB3249-95F9-42D0-88F2-A4ADF0350414}" type="parTrans" cxnId="{41A7143F-5D4F-41C0-A48E-64AE351F9CF6}">
      <dgm:prSet/>
      <dgm:spPr/>
      <dgm:t>
        <a:bodyPr/>
        <a:lstStyle/>
        <a:p>
          <a:endParaRPr lang="en-US"/>
        </a:p>
      </dgm:t>
    </dgm:pt>
    <dgm:pt modelId="{77C51EA8-4CBD-414B-8F46-0ABA9A213E0A}" type="sibTrans" cxnId="{41A7143F-5D4F-41C0-A48E-64AE351F9CF6}">
      <dgm:prSet/>
      <dgm:spPr/>
      <dgm:t>
        <a:bodyPr/>
        <a:lstStyle/>
        <a:p>
          <a:endParaRPr lang="en-US"/>
        </a:p>
      </dgm:t>
    </dgm:pt>
    <dgm:pt modelId="{A4BACB42-B5CE-482A-AA06-46407382774B}">
      <dgm:prSet/>
      <dgm:spPr/>
      <dgm:t>
        <a:bodyPr/>
        <a:lstStyle/>
        <a:p>
          <a:r>
            <a:rPr lang="pt-BR" b="1"/>
            <a:t>Bônus</a:t>
          </a:r>
          <a:r>
            <a:rPr lang="pt-BR"/>
            <a:t>: entregar um link para a documentação da API.</a:t>
          </a:r>
          <a:endParaRPr lang="en-US"/>
        </a:p>
      </dgm:t>
    </dgm:pt>
    <dgm:pt modelId="{9390A1C9-3298-4976-972E-488C7B10D4EB}" type="parTrans" cxnId="{F701B645-74D8-4EE2-9A57-B4B0D6DC383B}">
      <dgm:prSet/>
      <dgm:spPr/>
      <dgm:t>
        <a:bodyPr/>
        <a:lstStyle/>
        <a:p>
          <a:endParaRPr lang="en-US"/>
        </a:p>
      </dgm:t>
    </dgm:pt>
    <dgm:pt modelId="{A1288F5C-DB5F-46BB-B75C-8185E5C25CD2}" type="sibTrans" cxnId="{F701B645-74D8-4EE2-9A57-B4B0D6DC383B}">
      <dgm:prSet/>
      <dgm:spPr/>
      <dgm:t>
        <a:bodyPr/>
        <a:lstStyle/>
        <a:p>
          <a:endParaRPr lang="en-US"/>
        </a:p>
      </dgm:t>
    </dgm:pt>
    <dgm:pt modelId="{49F4B297-565F-42FA-8BBE-57487BDDF228}" type="pres">
      <dgm:prSet presAssocID="{72D0FDFE-BBD0-4A05-9C9B-037745C8BF54}" presName="linear" presStyleCnt="0">
        <dgm:presLayoutVars>
          <dgm:dir/>
          <dgm:animLvl val="lvl"/>
          <dgm:resizeHandles val="exact"/>
        </dgm:presLayoutVars>
      </dgm:prSet>
      <dgm:spPr/>
    </dgm:pt>
    <dgm:pt modelId="{0E7BB443-A4B0-4DD4-8A10-255F0EF18ABC}" type="pres">
      <dgm:prSet presAssocID="{B97342EF-A8DE-4692-BDE1-0CCEFA267F4F}" presName="parentLin" presStyleCnt="0"/>
      <dgm:spPr/>
    </dgm:pt>
    <dgm:pt modelId="{0E998D82-B343-49D5-A7BE-9DCC048655F3}" type="pres">
      <dgm:prSet presAssocID="{B97342EF-A8DE-4692-BDE1-0CCEFA267F4F}" presName="parentLeftMargin" presStyleLbl="node1" presStyleIdx="0" presStyleCnt="7"/>
      <dgm:spPr/>
    </dgm:pt>
    <dgm:pt modelId="{30339E50-08D6-4496-ACDD-C55A1F2A86AF}" type="pres">
      <dgm:prSet presAssocID="{B97342EF-A8DE-4692-BDE1-0CCEFA267F4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987057E-5059-4024-B7F8-31C606E3C93F}" type="pres">
      <dgm:prSet presAssocID="{B97342EF-A8DE-4692-BDE1-0CCEFA267F4F}" presName="negativeSpace" presStyleCnt="0"/>
      <dgm:spPr/>
    </dgm:pt>
    <dgm:pt modelId="{93EB92BE-EDAC-4865-9B10-7166A0678FE2}" type="pres">
      <dgm:prSet presAssocID="{B97342EF-A8DE-4692-BDE1-0CCEFA267F4F}" presName="childText" presStyleLbl="conFgAcc1" presStyleIdx="0" presStyleCnt="7">
        <dgm:presLayoutVars>
          <dgm:bulletEnabled val="1"/>
        </dgm:presLayoutVars>
      </dgm:prSet>
      <dgm:spPr/>
    </dgm:pt>
    <dgm:pt modelId="{EE0E9261-C5D8-4F09-8BAA-2D58240A5E18}" type="pres">
      <dgm:prSet presAssocID="{ED725617-43A1-4D30-888D-79CBF97F0D4F}" presName="spaceBetweenRectangles" presStyleCnt="0"/>
      <dgm:spPr/>
    </dgm:pt>
    <dgm:pt modelId="{7DA21D16-6F15-4DFE-885F-E793B983E399}" type="pres">
      <dgm:prSet presAssocID="{ACCB7BA7-B150-4F51-99FF-DC9054D1DE7B}" presName="parentLin" presStyleCnt="0"/>
      <dgm:spPr/>
    </dgm:pt>
    <dgm:pt modelId="{31795D6C-E61A-4233-BF43-F32DFC58A2FC}" type="pres">
      <dgm:prSet presAssocID="{ACCB7BA7-B150-4F51-99FF-DC9054D1DE7B}" presName="parentLeftMargin" presStyleLbl="node1" presStyleIdx="0" presStyleCnt="7"/>
      <dgm:spPr/>
    </dgm:pt>
    <dgm:pt modelId="{54A524E8-5C6D-4FAC-9C41-D39991F1AB2E}" type="pres">
      <dgm:prSet presAssocID="{ACCB7BA7-B150-4F51-99FF-DC9054D1DE7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236D9A2-1F5F-42E9-8C9C-6D69A647DB78}" type="pres">
      <dgm:prSet presAssocID="{ACCB7BA7-B150-4F51-99FF-DC9054D1DE7B}" presName="negativeSpace" presStyleCnt="0"/>
      <dgm:spPr/>
    </dgm:pt>
    <dgm:pt modelId="{B0A5518B-EBD3-40FE-B413-47998ABC8F3B}" type="pres">
      <dgm:prSet presAssocID="{ACCB7BA7-B150-4F51-99FF-DC9054D1DE7B}" presName="childText" presStyleLbl="conFgAcc1" presStyleIdx="1" presStyleCnt="7">
        <dgm:presLayoutVars>
          <dgm:bulletEnabled val="1"/>
        </dgm:presLayoutVars>
      </dgm:prSet>
      <dgm:spPr/>
    </dgm:pt>
    <dgm:pt modelId="{B54F2333-9AEA-4D2F-8A9E-24E2E065AF9C}" type="pres">
      <dgm:prSet presAssocID="{A0ADF119-DDEA-446B-BDBA-E28EA9610C7B}" presName="spaceBetweenRectangles" presStyleCnt="0"/>
      <dgm:spPr/>
    </dgm:pt>
    <dgm:pt modelId="{F51A125A-C5E2-4980-AC4C-71F1BFFEE961}" type="pres">
      <dgm:prSet presAssocID="{C4FA1924-E2C9-41BC-9A8A-3CD02E351AF1}" presName="parentLin" presStyleCnt="0"/>
      <dgm:spPr/>
    </dgm:pt>
    <dgm:pt modelId="{7F8A3EA1-0354-48E2-8A4F-2BCBB60BEF86}" type="pres">
      <dgm:prSet presAssocID="{C4FA1924-E2C9-41BC-9A8A-3CD02E351AF1}" presName="parentLeftMargin" presStyleLbl="node1" presStyleIdx="1" presStyleCnt="7"/>
      <dgm:spPr/>
    </dgm:pt>
    <dgm:pt modelId="{894A3628-4850-456C-9EAA-A7D1D892A2E2}" type="pres">
      <dgm:prSet presAssocID="{C4FA1924-E2C9-41BC-9A8A-3CD02E351AF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794C736-E7A6-455F-8599-9A49C5FF51F1}" type="pres">
      <dgm:prSet presAssocID="{C4FA1924-E2C9-41BC-9A8A-3CD02E351AF1}" presName="negativeSpace" presStyleCnt="0"/>
      <dgm:spPr/>
    </dgm:pt>
    <dgm:pt modelId="{81768BD8-1917-4792-AF50-9896820BF598}" type="pres">
      <dgm:prSet presAssocID="{C4FA1924-E2C9-41BC-9A8A-3CD02E351AF1}" presName="childText" presStyleLbl="conFgAcc1" presStyleIdx="2" presStyleCnt="7">
        <dgm:presLayoutVars>
          <dgm:bulletEnabled val="1"/>
        </dgm:presLayoutVars>
      </dgm:prSet>
      <dgm:spPr/>
    </dgm:pt>
    <dgm:pt modelId="{4623B3EB-A93F-44C6-8F80-D613C5FBB2F6}" type="pres">
      <dgm:prSet presAssocID="{1D450F7B-C25E-4F71-9959-C326998FE4F9}" presName="spaceBetweenRectangles" presStyleCnt="0"/>
      <dgm:spPr/>
    </dgm:pt>
    <dgm:pt modelId="{EA5E7D08-7CBA-4A46-8334-60577DDCCC1B}" type="pres">
      <dgm:prSet presAssocID="{E00B4F77-0554-4AF6-A153-3B0E654B403B}" presName="parentLin" presStyleCnt="0"/>
      <dgm:spPr/>
    </dgm:pt>
    <dgm:pt modelId="{467EB9F3-FCC3-4DA4-B16A-1485FCED488D}" type="pres">
      <dgm:prSet presAssocID="{E00B4F77-0554-4AF6-A153-3B0E654B403B}" presName="parentLeftMargin" presStyleLbl="node1" presStyleIdx="2" presStyleCnt="7"/>
      <dgm:spPr/>
    </dgm:pt>
    <dgm:pt modelId="{EBEB59CA-832D-4B7C-BA4A-DE09586AB8AF}" type="pres">
      <dgm:prSet presAssocID="{E00B4F77-0554-4AF6-A153-3B0E654B403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BFB5A3C-A615-4BC6-A606-9E76E3BB70F8}" type="pres">
      <dgm:prSet presAssocID="{E00B4F77-0554-4AF6-A153-3B0E654B403B}" presName="negativeSpace" presStyleCnt="0"/>
      <dgm:spPr/>
    </dgm:pt>
    <dgm:pt modelId="{56CCADD3-58DA-46C5-BB92-AA1F017186E2}" type="pres">
      <dgm:prSet presAssocID="{E00B4F77-0554-4AF6-A153-3B0E654B403B}" presName="childText" presStyleLbl="conFgAcc1" presStyleIdx="3" presStyleCnt="7">
        <dgm:presLayoutVars>
          <dgm:bulletEnabled val="1"/>
        </dgm:presLayoutVars>
      </dgm:prSet>
      <dgm:spPr/>
    </dgm:pt>
    <dgm:pt modelId="{4408027B-6B25-4D49-B30B-0631DD82E40C}" type="pres">
      <dgm:prSet presAssocID="{61F1CD92-B353-452A-8E0C-AE51F3832FEF}" presName="spaceBetweenRectangles" presStyleCnt="0"/>
      <dgm:spPr/>
    </dgm:pt>
    <dgm:pt modelId="{5899CBF8-21CE-4C74-9EB1-9E68B7C8E773}" type="pres">
      <dgm:prSet presAssocID="{906769A4-C913-4BF8-AD1C-0737E5D9D716}" presName="parentLin" presStyleCnt="0"/>
      <dgm:spPr/>
    </dgm:pt>
    <dgm:pt modelId="{B6C7F463-3B27-4F36-BEEB-B08FD2D365AE}" type="pres">
      <dgm:prSet presAssocID="{906769A4-C913-4BF8-AD1C-0737E5D9D716}" presName="parentLeftMargin" presStyleLbl="node1" presStyleIdx="3" presStyleCnt="7"/>
      <dgm:spPr/>
    </dgm:pt>
    <dgm:pt modelId="{BE940E55-97F0-4B15-A399-0202841C28FE}" type="pres">
      <dgm:prSet presAssocID="{906769A4-C913-4BF8-AD1C-0737E5D9D71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DB566CC-8B0F-4308-BD3E-98BFB127F748}" type="pres">
      <dgm:prSet presAssocID="{906769A4-C913-4BF8-AD1C-0737E5D9D716}" presName="negativeSpace" presStyleCnt="0"/>
      <dgm:spPr/>
    </dgm:pt>
    <dgm:pt modelId="{C98FE17F-3651-47D5-AD01-FFFAE2E0DBB0}" type="pres">
      <dgm:prSet presAssocID="{906769A4-C913-4BF8-AD1C-0737E5D9D716}" presName="childText" presStyleLbl="conFgAcc1" presStyleIdx="4" presStyleCnt="7">
        <dgm:presLayoutVars>
          <dgm:bulletEnabled val="1"/>
        </dgm:presLayoutVars>
      </dgm:prSet>
      <dgm:spPr/>
    </dgm:pt>
    <dgm:pt modelId="{5E516B15-0F3A-4F54-B7FA-05C55F80176A}" type="pres">
      <dgm:prSet presAssocID="{F5E0FA0B-0490-48AC-8B77-8BCA22B8B614}" presName="spaceBetweenRectangles" presStyleCnt="0"/>
      <dgm:spPr/>
    </dgm:pt>
    <dgm:pt modelId="{850D8BE1-97DC-468D-B82E-227CC1232D12}" type="pres">
      <dgm:prSet presAssocID="{44CB1843-0E75-4A33-963A-F978CB571005}" presName="parentLin" presStyleCnt="0"/>
      <dgm:spPr/>
    </dgm:pt>
    <dgm:pt modelId="{AE31304D-49DA-434D-8AC7-678123DFDAED}" type="pres">
      <dgm:prSet presAssocID="{44CB1843-0E75-4A33-963A-F978CB571005}" presName="parentLeftMargin" presStyleLbl="node1" presStyleIdx="4" presStyleCnt="7"/>
      <dgm:spPr/>
    </dgm:pt>
    <dgm:pt modelId="{954692B7-06BF-493A-BDD8-6D7A7FB3334D}" type="pres">
      <dgm:prSet presAssocID="{44CB1843-0E75-4A33-963A-F978CB57100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7B83D03-C38D-4254-8EED-828065CF2567}" type="pres">
      <dgm:prSet presAssocID="{44CB1843-0E75-4A33-963A-F978CB571005}" presName="negativeSpace" presStyleCnt="0"/>
      <dgm:spPr/>
    </dgm:pt>
    <dgm:pt modelId="{1475B35E-97FD-44DE-ACF3-D65F6F59B0B7}" type="pres">
      <dgm:prSet presAssocID="{44CB1843-0E75-4A33-963A-F978CB571005}" presName="childText" presStyleLbl="conFgAcc1" presStyleIdx="5" presStyleCnt="7">
        <dgm:presLayoutVars>
          <dgm:bulletEnabled val="1"/>
        </dgm:presLayoutVars>
      </dgm:prSet>
      <dgm:spPr/>
    </dgm:pt>
    <dgm:pt modelId="{4CCAFB21-2929-4695-9E00-7512B5E8B0F4}" type="pres">
      <dgm:prSet presAssocID="{77C51EA8-4CBD-414B-8F46-0ABA9A213E0A}" presName="spaceBetweenRectangles" presStyleCnt="0"/>
      <dgm:spPr/>
    </dgm:pt>
    <dgm:pt modelId="{69E5F84E-31C3-4031-BB79-74B9F9CBA11A}" type="pres">
      <dgm:prSet presAssocID="{A4BACB42-B5CE-482A-AA06-46407382774B}" presName="parentLin" presStyleCnt="0"/>
      <dgm:spPr/>
    </dgm:pt>
    <dgm:pt modelId="{5CDBBF15-7153-4636-BC53-9CEEB8FECAC2}" type="pres">
      <dgm:prSet presAssocID="{A4BACB42-B5CE-482A-AA06-46407382774B}" presName="parentLeftMargin" presStyleLbl="node1" presStyleIdx="5" presStyleCnt="7"/>
      <dgm:spPr/>
    </dgm:pt>
    <dgm:pt modelId="{B2490A1C-FBED-4695-82A5-A17EBBC4A83F}" type="pres">
      <dgm:prSet presAssocID="{A4BACB42-B5CE-482A-AA06-46407382774B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49F6E3BF-F62C-459B-B3F5-87740066536E}" type="pres">
      <dgm:prSet presAssocID="{A4BACB42-B5CE-482A-AA06-46407382774B}" presName="negativeSpace" presStyleCnt="0"/>
      <dgm:spPr/>
    </dgm:pt>
    <dgm:pt modelId="{55B332F7-F7D3-49E6-BB10-9ACC586BA914}" type="pres">
      <dgm:prSet presAssocID="{A4BACB42-B5CE-482A-AA06-46407382774B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3C5ED60A-09F0-45E7-93AB-FB6AD317F8E8}" type="presOf" srcId="{ACCB7BA7-B150-4F51-99FF-DC9054D1DE7B}" destId="{54A524E8-5C6D-4FAC-9C41-D39991F1AB2E}" srcOrd="1" destOrd="0" presId="urn:microsoft.com/office/officeart/2005/8/layout/list1"/>
    <dgm:cxn modelId="{338A0822-B28B-4023-8B78-1E9A736AB3C2}" type="presOf" srcId="{C4FA1924-E2C9-41BC-9A8A-3CD02E351AF1}" destId="{7F8A3EA1-0354-48E2-8A4F-2BCBB60BEF86}" srcOrd="0" destOrd="0" presId="urn:microsoft.com/office/officeart/2005/8/layout/list1"/>
    <dgm:cxn modelId="{06CA2837-BC7A-4BB6-BE34-BEB7E9B02F89}" srcId="{603CB322-49EA-4664-838E-0B75546B36D1}" destId="{46A74C20-5308-497C-A575-37197EEFCE75}" srcOrd="0" destOrd="0" parTransId="{5B6448C4-E469-40EA-BB50-A8E8288CE32B}" sibTransId="{64B0F22C-1056-46CC-B227-1C349674FDC1}"/>
    <dgm:cxn modelId="{41A7143F-5D4F-41C0-A48E-64AE351F9CF6}" srcId="{72D0FDFE-BBD0-4A05-9C9B-037745C8BF54}" destId="{44CB1843-0E75-4A33-963A-F978CB571005}" srcOrd="5" destOrd="0" parTransId="{32EB3249-95F9-42D0-88F2-A4ADF0350414}" sibTransId="{77C51EA8-4CBD-414B-8F46-0ABA9A213E0A}"/>
    <dgm:cxn modelId="{F863FB5B-04E4-4F35-AD8C-0954D18B7A6A}" type="presOf" srcId="{E00B4F77-0554-4AF6-A153-3B0E654B403B}" destId="{467EB9F3-FCC3-4DA4-B16A-1485FCED488D}" srcOrd="0" destOrd="0" presId="urn:microsoft.com/office/officeart/2005/8/layout/list1"/>
    <dgm:cxn modelId="{D8F74C5C-03E4-40C0-82F8-E4DEE8C299F6}" type="presOf" srcId="{E00B4F77-0554-4AF6-A153-3B0E654B403B}" destId="{EBEB59CA-832D-4B7C-BA4A-DE09586AB8AF}" srcOrd="1" destOrd="0" presId="urn:microsoft.com/office/officeart/2005/8/layout/list1"/>
    <dgm:cxn modelId="{98287261-E81A-4390-8785-23EF955667B8}" type="presOf" srcId="{72D0FDFE-BBD0-4A05-9C9B-037745C8BF54}" destId="{49F4B297-565F-42FA-8BBE-57487BDDF228}" srcOrd="0" destOrd="0" presId="urn:microsoft.com/office/officeart/2005/8/layout/list1"/>
    <dgm:cxn modelId="{A8503464-15B1-454F-A867-A59B70A4147E}" type="presOf" srcId="{906769A4-C913-4BF8-AD1C-0737E5D9D716}" destId="{B6C7F463-3B27-4F36-BEEB-B08FD2D365AE}" srcOrd="0" destOrd="0" presId="urn:microsoft.com/office/officeart/2005/8/layout/list1"/>
    <dgm:cxn modelId="{2689C664-DC4A-4C92-973B-BE62EA09F175}" type="presOf" srcId="{A4BACB42-B5CE-482A-AA06-46407382774B}" destId="{5CDBBF15-7153-4636-BC53-9CEEB8FECAC2}" srcOrd="0" destOrd="0" presId="urn:microsoft.com/office/officeart/2005/8/layout/list1"/>
    <dgm:cxn modelId="{F701B645-74D8-4EE2-9A57-B4B0D6DC383B}" srcId="{72D0FDFE-BBD0-4A05-9C9B-037745C8BF54}" destId="{A4BACB42-B5CE-482A-AA06-46407382774B}" srcOrd="6" destOrd="0" parTransId="{9390A1C9-3298-4976-972E-488C7B10D4EB}" sibTransId="{A1288F5C-DB5F-46BB-B75C-8185E5C25CD2}"/>
    <dgm:cxn modelId="{ED3AF468-58C7-4C35-A00D-BF8F7024E422}" srcId="{72D0FDFE-BBD0-4A05-9C9B-037745C8BF54}" destId="{ACCB7BA7-B150-4F51-99FF-DC9054D1DE7B}" srcOrd="1" destOrd="0" parTransId="{1E00A47A-9CA3-4EBD-BC05-42AE2CB83440}" sibTransId="{A0ADF119-DDEA-446B-BDBA-E28EA9610C7B}"/>
    <dgm:cxn modelId="{6511F26A-B59C-4F97-9B8A-40F70374AC5B}" srcId="{72D0FDFE-BBD0-4A05-9C9B-037745C8BF54}" destId="{C4FA1924-E2C9-41BC-9A8A-3CD02E351AF1}" srcOrd="2" destOrd="0" parTransId="{771BB948-87A9-4823-8449-A8C905DC5CF1}" sibTransId="{1D450F7B-C25E-4F71-9959-C326998FE4F9}"/>
    <dgm:cxn modelId="{45BE0270-9F9E-4B44-B1A5-E7AC60DDDDBC}" type="presOf" srcId="{44CB1843-0E75-4A33-963A-F978CB571005}" destId="{954692B7-06BF-493A-BDD8-6D7A7FB3334D}" srcOrd="1" destOrd="0" presId="urn:microsoft.com/office/officeart/2005/8/layout/list1"/>
    <dgm:cxn modelId="{97EDF453-2E33-47B8-BA94-5311C0375B09}" srcId="{906769A4-C913-4BF8-AD1C-0737E5D9D716}" destId="{603CB322-49EA-4664-838E-0B75546B36D1}" srcOrd="0" destOrd="0" parTransId="{2DD62DFF-CA40-452C-8D56-01DA25A0104A}" sibTransId="{1650CC03-90DF-467C-A5CD-C4D9C2D1A372}"/>
    <dgm:cxn modelId="{34533B75-3A7D-4F59-B35B-39F0E82A4ABD}" type="presOf" srcId="{906769A4-C913-4BF8-AD1C-0737E5D9D716}" destId="{BE940E55-97F0-4B15-A399-0202841C28FE}" srcOrd="1" destOrd="0" presId="urn:microsoft.com/office/officeart/2005/8/layout/list1"/>
    <dgm:cxn modelId="{293A0579-721A-4CCE-A9A9-24AFE8D15A16}" type="presOf" srcId="{A4BACB42-B5CE-482A-AA06-46407382774B}" destId="{B2490A1C-FBED-4695-82A5-A17EBBC4A83F}" srcOrd="1" destOrd="0" presId="urn:microsoft.com/office/officeart/2005/8/layout/list1"/>
    <dgm:cxn modelId="{CD56B983-65FE-43BD-A4BD-4B70961E4E80}" type="presOf" srcId="{44CB1843-0E75-4A33-963A-F978CB571005}" destId="{AE31304D-49DA-434D-8AC7-678123DFDAED}" srcOrd="0" destOrd="0" presId="urn:microsoft.com/office/officeart/2005/8/layout/list1"/>
    <dgm:cxn modelId="{612FF792-A1F5-459C-A943-A329A198D8EA}" srcId="{603CB322-49EA-4664-838E-0B75546B36D1}" destId="{D5557B2A-CB0D-46E4-AC0B-31AD2A053012}" srcOrd="1" destOrd="0" parTransId="{4DFB8185-41B5-47E8-B437-4D5DC8C85E37}" sibTransId="{5C563797-5620-4F23-AB26-C2E319F28F92}"/>
    <dgm:cxn modelId="{59059BA5-42CE-4941-85EA-A4666E1BB9E9}" type="presOf" srcId="{B97342EF-A8DE-4692-BDE1-0CCEFA267F4F}" destId="{0E998D82-B343-49D5-A7BE-9DCC048655F3}" srcOrd="0" destOrd="0" presId="urn:microsoft.com/office/officeart/2005/8/layout/list1"/>
    <dgm:cxn modelId="{CF7384C0-86DD-41F0-8917-CBDFA33CE879}" type="presOf" srcId="{603CB322-49EA-4664-838E-0B75546B36D1}" destId="{C98FE17F-3651-47D5-AD01-FFFAE2E0DBB0}" srcOrd="0" destOrd="0" presId="urn:microsoft.com/office/officeart/2005/8/layout/list1"/>
    <dgm:cxn modelId="{6CE112C6-54BF-466A-BFEC-7C87D528CAE8}" type="presOf" srcId="{B97342EF-A8DE-4692-BDE1-0CCEFA267F4F}" destId="{30339E50-08D6-4496-ACDD-C55A1F2A86AF}" srcOrd="1" destOrd="0" presId="urn:microsoft.com/office/officeart/2005/8/layout/list1"/>
    <dgm:cxn modelId="{B47CCBD0-AE61-4222-8650-359B8F44E256}" srcId="{72D0FDFE-BBD0-4A05-9C9B-037745C8BF54}" destId="{906769A4-C913-4BF8-AD1C-0737E5D9D716}" srcOrd="4" destOrd="0" parTransId="{DCA5BB8C-25F1-48D8-BC56-E82070A7C00C}" sibTransId="{F5E0FA0B-0490-48AC-8B77-8BCA22B8B614}"/>
    <dgm:cxn modelId="{E7ADA2D4-729B-413B-9C93-4E51C41A5D1E}" type="presOf" srcId="{46A74C20-5308-497C-A575-37197EEFCE75}" destId="{C98FE17F-3651-47D5-AD01-FFFAE2E0DBB0}" srcOrd="0" destOrd="1" presId="urn:microsoft.com/office/officeart/2005/8/layout/list1"/>
    <dgm:cxn modelId="{4C4078D8-62C0-4CC5-A9BA-7C65FF13F231}" srcId="{72D0FDFE-BBD0-4A05-9C9B-037745C8BF54}" destId="{B97342EF-A8DE-4692-BDE1-0CCEFA267F4F}" srcOrd="0" destOrd="0" parTransId="{794F331E-66BD-4C6B-97FC-F65B6BAE2086}" sibTransId="{ED725617-43A1-4D30-888D-79CBF97F0D4F}"/>
    <dgm:cxn modelId="{4F4CFADA-5307-4358-961F-7B4F22A44496}" srcId="{72D0FDFE-BBD0-4A05-9C9B-037745C8BF54}" destId="{E00B4F77-0554-4AF6-A153-3B0E654B403B}" srcOrd="3" destOrd="0" parTransId="{3ADDC5CE-2EC3-4FF2-8760-22DAA123C322}" sibTransId="{61F1CD92-B353-452A-8E0C-AE51F3832FEF}"/>
    <dgm:cxn modelId="{5BC8A0DC-64C3-4489-9B4B-97AF55ABECF1}" type="presOf" srcId="{D5557B2A-CB0D-46E4-AC0B-31AD2A053012}" destId="{C98FE17F-3651-47D5-AD01-FFFAE2E0DBB0}" srcOrd="0" destOrd="2" presId="urn:microsoft.com/office/officeart/2005/8/layout/list1"/>
    <dgm:cxn modelId="{250646E7-E3A1-4465-9E39-C2C476108261}" type="presOf" srcId="{C4FA1924-E2C9-41BC-9A8A-3CD02E351AF1}" destId="{894A3628-4850-456C-9EAA-A7D1D892A2E2}" srcOrd="1" destOrd="0" presId="urn:microsoft.com/office/officeart/2005/8/layout/list1"/>
    <dgm:cxn modelId="{38B342FD-6893-4F53-8026-D851A444A038}" type="presOf" srcId="{ACCB7BA7-B150-4F51-99FF-DC9054D1DE7B}" destId="{31795D6C-E61A-4233-BF43-F32DFC58A2FC}" srcOrd="0" destOrd="0" presId="urn:microsoft.com/office/officeart/2005/8/layout/list1"/>
    <dgm:cxn modelId="{149397B3-8735-4220-9898-D60262BD4DA2}" type="presParOf" srcId="{49F4B297-565F-42FA-8BBE-57487BDDF228}" destId="{0E7BB443-A4B0-4DD4-8A10-255F0EF18ABC}" srcOrd="0" destOrd="0" presId="urn:microsoft.com/office/officeart/2005/8/layout/list1"/>
    <dgm:cxn modelId="{23C78D01-BAD0-4B8B-AFAB-ACE2D18EBB9B}" type="presParOf" srcId="{0E7BB443-A4B0-4DD4-8A10-255F0EF18ABC}" destId="{0E998D82-B343-49D5-A7BE-9DCC048655F3}" srcOrd="0" destOrd="0" presId="urn:microsoft.com/office/officeart/2005/8/layout/list1"/>
    <dgm:cxn modelId="{5E8BDA57-7057-43D4-A603-03B5D0CF8C2F}" type="presParOf" srcId="{0E7BB443-A4B0-4DD4-8A10-255F0EF18ABC}" destId="{30339E50-08D6-4496-ACDD-C55A1F2A86AF}" srcOrd="1" destOrd="0" presId="urn:microsoft.com/office/officeart/2005/8/layout/list1"/>
    <dgm:cxn modelId="{8784A829-FCE2-4251-A0D5-01EA66A207DE}" type="presParOf" srcId="{49F4B297-565F-42FA-8BBE-57487BDDF228}" destId="{8987057E-5059-4024-B7F8-31C606E3C93F}" srcOrd="1" destOrd="0" presId="urn:microsoft.com/office/officeart/2005/8/layout/list1"/>
    <dgm:cxn modelId="{DD51F39A-504B-47A9-A6EB-225800FECADC}" type="presParOf" srcId="{49F4B297-565F-42FA-8BBE-57487BDDF228}" destId="{93EB92BE-EDAC-4865-9B10-7166A0678FE2}" srcOrd="2" destOrd="0" presId="urn:microsoft.com/office/officeart/2005/8/layout/list1"/>
    <dgm:cxn modelId="{FB5703C6-6819-4409-B5B0-9727BEC78B62}" type="presParOf" srcId="{49F4B297-565F-42FA-8BBE-57487BDDF228}" destId="{EE0E9261-C5D8-4F09-8BAA-2D58240A5E18}" srcOrd="3" destOrd="0" presId="urn:microsoft.com/office/officeart/2005/8/layout/list1"/>
    <dgm:cxn modelId="{74715086-5965-4355-B997-D963D6F9D464}" type="presParOf" srcId="{49F4B297-565F-42FA-8BBE-57487BDDF228}" destId="{7DA21D16-6F15-4DFE-885F-E793B983E399}" srcOrd="4" destOrd="0" presId="urn:microsoft.com/office/officeart/2005/8/layout/list1"/>
    <dgm:cxn modelId="{793FCB72-958B-47C9-B5C2-1C7778FA5429}" type="presParOf" srcId="{7DA21D16-6F15-4DFE-885F-E793B983E399}" destId="{31795D6C-E61A-4233-BF43-F32DFC58A2FC}" srcOrd="0" destOrd="0" presId="urn:microsoft.com/office/officeart/2005/8/layout/list1"/>
    <dgm:cxn modelId="{4D730E15-E347-4BF7-BBE0-DEAF4BBAE31B}" type="presParOf" srcId="{7DA21D16-6F15-4DFE-885F-E793B983E399}" destId="{54A524E8-5C6D-4FAC-9C41-D39991F1AB2E}" srcOrd="1" destOrd="0" presId="urn:microsoft.com/office/officeart/2005/8/layout/list1"/>
    <dgm:cxn modelId="{052A3FBC-1A2C-482D-98EE-EB2935C4BA0E}" type="presParOf" srcId="{49F4B297-565F-42FA-8BBE-57487BDDF228}" destId="{A236D9A2-1F5F-42E9-8C9C-6D69A647DB78}" srcOrd="5" destOrd="0" presId="urn:microsoft.com/office/officeart/2005/8/layout/list1"/>
    <dgm:cxn modelId="{C2E4B183-82D9-4BD9-8B31-0DE9FE680AB5}" type="presParOf" srcId="{49F4B297-565F-42FA-8BBE-57487BDDF228}" destId="{B0A5518B-EBD3-40FE-B413-47998ABC8F3B}" srcOrd="6" destOrd="0" presId="urn:microsoft.com/office/officeart/2005/8/layout/list1"/>
    <dgm:cxn modelId="{463B8B7D-872B-413B-924C-DF4875C47F9F}" type="presParOf" srcId="{49F4B297-565F-42FA-8BBE-57487BDDF228}" destId="{B54F2333-9AEA-4D2F-8A9E-24E2E065AF9C}" srcOrd="7" destOrd="0" presId="urn:microsoft.com/office/officeart/2005/8/layout/list1"/>
    <dgm:cxn modelId="{EAC841E8-F028-40C7-A6CD-B90D50490743}" type="presParOf" srcId="{49F4B297-565F-42FA-8BBE-57487BDDF228}" destId="{F51A125A-C5E2-4980-AC4C-71F1BFFEE961}" srcOrd="8" destOrd="0" presId="urn:microsoft.com/office/officeart/2005/8/layout/list1"/>
    <dgm:cxn modelId="{E4995903-10F3-4EC1-A057-4EE554098865}" type="presParOf" srcId="{F51A125A-C5E2-4980-AC4C-71F1BFFEE961}" destId="{7F8A3EA1-0354-48E2-8A4F-2BCBB60BEF86}" srcOrd="0" destOrd="0" presId="urn:microsoft.com/office/officeart/2005/8/layout/list1"/>
    <dgm:cxn modelId="{86BB872A-5411-4A15-827C-C68EA4E691DD}" type="presParOf" srcId="{F51A125A-C5E2-4980-AC4C-71F1BFFEE961}" destId="{894A3628-4850-456C-9EAA-A7D1D892A2E2}" srcOrd="1" destOrd="0" presId="urn:microsoft.com/office/officeart/2005/8/layout/list1"/>
    <dgm:cxn modelId="{A8FF0E5B-9CAE-4CAF-9505-A3C4116B86A8}" type="presParOf" srcId="{49F4B297-565F-42FA-8BBE-57487BDDF228}" destId="{7794C736-E7A6-455F-8599-9A49C5FF51F1}" srcOrd="9" destOrd="0" presId="urn:microsoft.com/office/officeart/2005/8/layout/list1"/>
    <dgm:cxn modelId="{C86B8F35-1287-44DE-844B-F16E1C33DECC}" type="presParOf" srcId="{49F4B297-565F-42FA-8BBE-57487BDDF228}" destId="{81768BD8-1917-4792-AF50-9896820BF598}" srcOrd="10" destOrd="0" presId="urn:microsoft.com/office/officeart/2005/8/layout/list1"/>
    <dgm:cxn modelId="{DDB87011-3C65-4F05-85A6-6348D8EF0F87}" type="presParOf" srcId="{49F4B297-565F-42FA-8BBE-57487BDDF228}" destId="{4623B3EB-A93F-44C6-8F80-D613C5FBB2F6}" srcOrd="11" destOrd="0" presId="urn:microsoft.com/office/officeart/2005/8/layout/list1"/>
    <dgm:cxn modelId="{439DAC34-18C0-4CAA-8F9C-9BE41E5BB406}" type="presParOf" srcId="{49F4B297-565F-42FA-8BBE-57487BDDF228}" destId="{EA5E7D08-7CBA-4A46-8334-60577DDCCC1B}" srcOrd="12" destOrd="0" presId="urn:microsoft.com/office/officeart/2005/8/layout/list1"/>
    <dgm:cxn modelId="{249833FB-B6C1-4C6E-80E9-0AB67507D7CD}" type="presParOf" srcId="{EA5E7D08-7CBA-4A46-8334-60577DDCCC1B}" destId="{467EB9F3-FCC3-4DA4-B16A-1485FCED488D}" srcOrd="0" destOrd="0" presId="urn:microsoft.com/office/officeart/2005/8/layout/list1"/>
    <dgm:cxn modelId="{4B1E8F29-1EC0-4CC8-854B-7F8F803146BD}" type="presParOf" srcId="{EA5E7D08-7CBA-4A46-8334-60577DDCCC1B}" destId="{EBEB59CA-832D-4B7C-BA4A-DE09586AB8AF}" srcOrd="1" destOrd="0" presId="urn:microsoft.com/office/officeart/2005/8/layout/list1"/>
    <dgm:cxn modelId="{6E428247-A507-446A-B6BA-7EEEB6A4475C}" type="presParOf" srcId="{49F4B297-565F-42FA-8BBE-57487BDDF228}" destId="{7BFB5A3C-A615-4BC6-A606-9E76E3BB70F8}" srcOrd="13" destOrd="0" presId="urn:microsoft.com/office/officeart/2005/8/layout/list1"/>
    <dgm:cxn modelId="{DE4288BC-50B0-4A0D-B2CF-BFB8DBCBFAF6}" type="presParOf" srcId="{49F4B297-565F-42FA-8BBE-57487BDDF228}" destId="{56CCADD3-58DA-46C5-BB92-AA1F017186E2}" srcOrd="14" destOrd="0" presId="urn:microsoft.com/office/officeart/2005/8/layout/list1"/>
    <dgm:cxn modelId="{1B4E6C78-2035-47F5-816B-EA0EAF818462}" type="presParOf" srcId="{49F4B297-565F-42FA-8BBE-57487BDDF228}" destId="{4408027B-6B25-4D49-B30B-0631DD82E40C}" srcOrd="15" destOrd="0" presId="urn:microsoft.com/office/officeart/2005/8/layout/list1"/>
    <dgm:cxn modelId="{74503E65-7859-4C3B-BB03-3DC39A7DD907}" type="presParOf" srcId="{49F4B297-565F-42FA-8BBE-57487BDDF228}" destId="{5899CBF8-21CE-4C74-9EB1-9E68B7C8E773}" srcOrd="16" destOrd="0" presId="urn:microsoft.com/office/officeart/2005/8/layout/list1"/>
    <dgm:cxn modelId="{0F2AFC2E-374F-40E7-BE9C-0E9E93C0E35C}" type="presParOf" srcId="{5899CBF8-21CE-4C74-9EB1-9E68B7C8E773}" destId="{B6C7F463-3B27-4F36-BEEB-B08FD2D365AE}" srcOrd="0" destOrd="0" presId="urn:microsoft.com/office/officeart/2005/8/layout/list1"/>
    <dgm:cxn modelId="{8DA0E1C2-12F0-49FA-852A-5FC99D401780}" type="presParOf" srcId="{5899CBF8-21CE-4C74-9EB1-9E68B7C8E773}" destId="{BE940E55-97F0-4B15-A399-0202841C28FE}" srcOrd="1" destOrd="0" presId="urn:microsoft.com/office/officeart/2005/8/layout/list1"/>
    <dgm:cxn modelId="{83AFB7C0-A6CB-4829-931E-D50D9E44690B}" type="presParOf" srcId="{49F4B297-565F-42FA-8BBE-57487BDDF228}" destId="{6DB566CC-8B0F-4308-BD3E-98BFB127F748}" srcOrd="17" destOrd="0" presId="urn:microsoft.com/office/officeart/2005/8/layout/list1"/>
    <dgm:cxn modelId="{6900FF2D-9C01-4C93-93DA-E1884FD2C7D6}" type="presParOf" srcId="{49F4B297-565F-42FA-8BBE-57487BDDF228}" destId="{C98FE17F-3651-47D5-AD01-FFFAE2E0DBB0}" srcOrd="18" destOrd="0" presId="urn:microsoft.com/office/officeart/2005/8/layout/list1"/>
    <dgm:cxn modelId="{8E13E3AE-3248-4206-A22A-7ACC31B80304}" type="presParOf" srcId="{49F4B297-565F-42FA-8BBE-57487BDDF228}" destId="{5E516B15-0F3A-4F54-B7FA-05C55F80176A}" srcOrd="19" destOrd="0" presId="urn:microsoft.com/office/officeart/2005/8/layout/list1"/>
    <dgm:cxn modelId="{0E0C66E2-604A-457B-8187-241D4F5029E1}" type="presParOf" srcId="{49F4B297-565F-42FA-8BBE-57487BDDF228}" destId="{850D8BE1-97DC-468D-B82E-227CC1232D12}" srcOrd="20" destOrd="0" presId="urn:microsoft.com/office/officeart/2005/8/layout/list1"/>
    <dgm:cxn modelId="{23744AE2-C1E3-419A-8B86-DEAE238BD2D6}" type="presParOf" srcId="{850D8BE1-97DC-468D-B82E-227CC1232D12}" destId="{AE31304D-49DA-434D-8AC7-678123DFDAED}" srcOrd="0" destOrd="0" presId="urn:microsoft.com/office/officeart/2005/8/layout/list1"/>
    <dgm:cxn modelId="{4379B994-3EE4-4EA5-82A0-D84035505142}" type="presParOf" srcId="{850D8BE1-97DC-468D-B82E-227CC1232D12}" destId="{954692B7-06BF-493A-BDD8-6D7A7FB3334D}" srcOrd="1" destOrd="0" presId="urn:microsoft.com/office/officeart/2005/8/layout/list1"/>
    <dgm:cxn modelId="{40D4A15D-352D-4241-880F-07702347366A}" type="presParOf" srcId="{49F4B297-565F-42FA-8BBE-57487BDDF228}" destId="{D7B83D03-C38D-4254-8EED-828065CF2567}" srcOrd="21" destOrd="0" presId="urn:microsoft.com/office/officeart/2005/8/layout/list1"/>
    <dgm:cxn modelId="{58B7B7FB-F720-411E-BBD6-031F7B969C67}" type="presParOf" srcId="{49F4B297-565F-42FA-8BBE-57487BDDF228}" destId="{1475B35E-97FD-44DE-ACF3-D65F6F59B0B7}" srcOrd="22" destOrd="0" presId="urn:microsoft.com/office/officeart/2005/8/layout/list1"/>
    <dgm:cxn modelId="{56AE12CD-FD31-459F-96D6-A2E9B8F28403}" type="presParOf" srcId="{49F4B297-565F-42FA-8BBE-57487BDDF228}" destId="{4CCAFB21-2929-4695-9E00-7512B5E8B0F4}" srcOrd="23" destOrd="0" presId="urn:microsoft.com/office/officeart/2005/8/layout/list1"/>
    <dgm:cxn modelId="{E8098C08-B097-4616-B7EF-EFFB04E87F8E}" type="presParOf" srcId="{49F4B297-565F-42FA-8BBE-57487BDDF228}" destId="{69E5F84E-31C3-4031-BB79-74B9F9CBA11A}" srcOrd="24" destOrd="0" presId="urn:microsoft.com/office/officeart/2005/8/layout/list1"/>
    <dgm:cxn modelId="{8B595BF6-5DE5-477A-B612-706BFC0B39D2}" type="presParOf" srcId="{69E5F84E-31C3-4031-BB79-74B9F9CBA11A}" destId="{5CDBBF15-7153-4636-BC53-9CEEB8FECAC2}" srcOrd="0" destOrd="0" presId="urn:microsoft.com/office/officeart/2005/8/layout/list1"/>
    <dgm:cxn modelId="{E760A69D-EFBD-49E9-BF58-E425BA734B37}" type="presParOf" srcId="{69E5F84E-31C3-4031-BB79-74B9F9CBA11A}" destId="{B2490A1C-FBED-4695-82A5-A17EBBC4A83F}" srcOrd="1" destOrd="0" presId="urn:microsoft.com/office/officeart/2005/8/layout/list1"/>
    <dgm:cxn modelId="{AE0C07F6-B336-46C3-B7EC-9181A6DBF9F7}" type="presParOf" srcId="{49F4B297-565F-42FA-8BBE-57487BDDF228}" destId="{49F6E3BF-F62C-459B-B3F5-87740066536E}" srcOrd="25" destOrd="0" presId="urn:microsoft.com/office/officeart/2005/8/layout/list1"/>
    <dgm:cxn modelId="{81C0EA11-CF52-4D3B-8130-BD4C8C251903}" type="presParOf" srcId="{49F4B297-565F-42FA-8BBE-57487BDDF228}" destId="{55B332F7-F7D3-49E6-BB10-9ACC586BA914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B0B6B0-B7C8-416D-86A2-CA3C622B2E1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D1AE95-6F9D-47A0-8CDB-042880673D5C}">
      <dgm:prSet/>
      <dgm:spPr/>
      <dgm:t>
        <a:bodyPr/>
        <a:lstStyle/>
        <a:p>
          <a:r>
            <a:rPr lang="pt-BR"/>
            <a:t>Os jurados irão:</a:t>
          </a:r>
          <a:endParaRPr lang="en-US"/>
        </a:p>
      </dgm:t>
    </dgm:pt>
    <dgm:pt modelId="{453D8F34-3EE3-4D48-B7D8-6F15E812D509}" type="parTrans" cxnId="{9F6722C4-ED88-44BC-9026-04B370E35FC2}">
      <dgm:prSet/>
      <dgm:spPr/>
      <dgm:t>
        <a:bodyPr/>
        <a:lstStyle/>
        <a:p>
          <a:endParaRPr lang="en-US"/>
        </a:p>
      </dgm:t>
    </dgm:pt>
    <dgm:pt modelId="{2DC051D1-C233-417E-91BB-7A84B6D0E601}" type="sibTrans" cxnId="{9F6722C4-ED88-44BC-9026-04B370E35FC2}">
      <dgm:prSet/>
      <dgm:spPr/>
      <dgm:t>
        <a:bodyPr/>
        <a:lstStyle/>
        <a:p>
          <a:endParaRPr lang="en-US"/>
        </a:p>
      </dgm:t>
    </dgm:pt>
    <dgm:pt modelId="{BED8B57D-7B06-4C16-BA8D-AF2F0AD6DCB9}">
      <dgm:prSet/>
      <dgm:spPr/>
      <dgm:t>
        <a:bodyPr/>
        <a:lstStyle/>
        <a:p>
          <a:r>
            <a:rPr lang="pt-BR"/>
            <a:t>Subir dois datasets: de classificação e regressão</a:t>
          </a:r>
          <a:endParaRPr lang="en-US"/>
        </a:p>
      </dgm:t>
    </dgm:pt>
    <dgm:pt modelId="{3B6F614D-AAA4-4EB1-B54D-4ECBA18D3B0D}" type="parTrans" cxnId="{595E69AE-2C20-491D-956B-5811201E93D2}">
      <dgm:prSet/>
      <dgm:spPr/>
      <dgm:t>
        <a:bodyPr/>
        <a:lstStyle/>
        <a:p>
          <a:endParaRPr lang="en-US"/>
        </a:p>
      </dgm:t>
    </dgm:pt>
    <dgm:pt modelId="{4E03D1CF-01AE-4C57-AB4B-055424C65B7D}" type="sibTrans" cxnId="{595E69AE-2C20-491D-956B-5811201E93D2}">
      <dgm:prSet/>
      <dgm:spPr/>
      <dgm:t>
        <a:bodyPr/>
        <a:lstStyle/>
        <a:p>
          <a:endParaRPr lang="en-US"/>
        </a:p>
      </dgm:t>
    </dgm:pt>
    <dgm:pt modelId="{D038FF09-822B-4C98-A89F-CDE6CE7B29F0}">
      <dgm:prSet/>
      <dgm:spPr/>
      <dgm:t>
        <a:bodyPr/>
        <a:lstStyle/>
        <a:p>
          <a:r>
            <a:rPr lang="pt-BR"/>
            <a:t>Executar todo o fluxo até o deploy</a:t>
          </a:r>
          <a:endParaRPr lang="en-US"/>
        </a:p>
      </dgm:t>
    </dgm:pt>
    <dgm:pt modelId="{3BAD374E-AA80-4271-B596-C74015A6813D}" type="parTrans" cxnId="{10B398FC-3A3E-45DB-9433-4B16CA1AE222}">
      <dgm:prSet/>
      <dgm:spPr/>
      <dgm:t>
        <a:bodyPr/>
        <a:lstStyle/>
        <a:p>
          <a:endParaRPr lang="en-US"/>
        </a:p>
      </dgm:t>
    </dgm:pt>
    <dgm:pt modelId="{298B1724-D5D7-46A3-BC0B-1AEA31D4DE7A}" type="sibTrans" cxnId="{10B398FC-3A3E-45DB-9433-4B16CA1AE222}">
      <dgm:prSet/>
      <dgm:spPr/>
      <dgm:t>
        <a:bodyPr/>
        <a:lstStyle/>
        <a:p>
          <a:endParaRPr lang="en-US"/>
        </a:p>
      </dgm:t>
    </dgm:pt>
    <dgm:pt modelId="{7570F00A-511F-487E-87E1-6F2F0B779E6C}">
      <dgm:prSet/>
      <dgm:spPr/>
      <dgm:t>
        <a:bodyPr/>
        <a:lstStyle/>
        <a:p>
          <a:r>
            <a:rPr lang="pt-BR"/>
            <a:t>Testar a API gerada</a:t>
          </a:r>
          <a:endParaRPr lang="en-US"/>
        </a:p>
      </dgm:t>
    </dgm:pt>
    <dgm:pt modelId="{345C1A94-A1CF-41E5-8DBE-FF9D1C04BD74}" type="parTrans" cxnId="{85DE21AF-47C1-4809-B58C-54F2DFD1B5DE}">
      <dgm:prSet/>
      <dgm:spPr/>
      <dgm:t>
        <a:bodyPr/>
        <a:lstStyle/>
        <a:p>
          <a:endParaRPr lang="en-US"/>
        </a:p>
      </dgm:t>
    </dgm:pt>
    <dgm:pt modelId="{9E5450C8-D7E9-4DF2-A381-CCCCC90DD124}" type="sibTrans" cxnId="{85DE21AF-47C1-4809-B58C-54F2DFD1B5DE}">
      <dgm:prSet/>
      <dgm:spPr/>
      <dgm:t>
        <a:bodyPr/>
        <a:lstStyle/>
        <a:p>
          <a:endParaRPr lang="en-US"/>
        </a:p>
      </dgm:t>
    </dgm:pt>
    <dgm:pt modelId="{E408F55D-F55A-48AA-AEC1-57CA712E3D2E}">
      <dgm:prSet/>
      <dgm:spPr/>
      <dgm:t>
        <a:bodyPr/>
        <a:lstStyle/>
        <a:p>
          <a:r>
            <a:rPr lang="pt-BR" dirty="0"/>
            <a:t>Testar o fluxo de predição em batch</a:t>
          </a:r>
          <a:endParaRPr lang="en-US" dirty="0"/>
        </a:p>
      </dgm:t>
    </dgm:pt>
    <dgm:pt modelId="{B9FE72CA-AE96-4158-A14A-C0A2D89BF2B2}" type="parTrans" cxnId="{E79DBD40-EB2C-49D5-8547-35E2EC8DF499}">
      <dgm:prSet/>
      <dgm:spPr/>
      <dgm:t>
        <a:bodyPr/>
        <a:lstStyle/>
        <a:p>
          <a:endParaRPr lang="en-US"/>
        </a:p>
      </dgm:t>
    </dgm:pt>
    <dgm:pt modelId="{031F84D6-22DE-4280-A284-E1949A776B88}" type="sibTrans" cxnId="{E79DBD40-EB2C-49D5-8547-35E2EC8DF499}">
      <dgm:prSet/>
      <dgm:spPr/>
      <dgm:t>
        <a:bodyPr/>
        <a:lstStyle/>
        <a:p>
          <a:endParaRPr lang="en-US"/>
        </a:p>
      </dgm:t>
    </dgm:pt>
    <dgm:pt modelId="{73429E99-EB83-49BF-8904-519785517918}">
      <dgm:prSet/>
      <dgm:spPr/>
      <dgm:t>
        <a:bodyPr/>
        <a:lstStyle/>
        <a:p>
          <a:r>
            <a:rPr lang="pt-BR"/>
            <a:t>Ganha quem entregar melhor </a:t>
          </a:r>
          <a:r>
            <a:rPr lang="pt-BR" b="1"/>
            <a:t>performance + completude + usabilidade</a:t>
          </a:r>
          <a:endParaRPr lang="en-US"/>
        </a:p>
      </dgm:t>
    </dgm:pt>
    <dgm:pt modelId="{40EDA856-75AF-4C30-9679-AE220D5A056E}" type="parTrans" cxnId="{DF775E81-9932-4EEB-96C7-6289B2978648}">
      <dgm:prSet/>
      <dgm:spPr/>
      <dgm:t>
        <a:bodyPr/>
        <a:lstStyle/>
        <a:p>
          <a:endParaRPr lang="en-US"/>
        </a:p>
      </dgm:t>
    </dgm:pt>
    <dgm:pt modelId="{FC1747AE-4A8E-4D67-8ADD-3D5A8305AC7E}" type="sibTrans" cxnId="{DF775E81-9932-4EEB-96C7-6289B2978648}">
      <dgm:prSet/>
      <dgm:spPr/>
      <dgm:t>
        <a:bodyPr/>
        <a:lstStyle/>
        <a:p>
          <a:endParaRPr lang="en-US"/>
        </a:p>
      </dgm:t>
    </dgm:pt>
    <dgm:pt modelId="{BAD892DB-F163-4595-9DBF-3FE8D9D0AB4E}" type="pres">
      <dgm:prSet presAssocID="{5CB0B6B0-B7C8-416D-86A2-CA3C622B2E1C}" presName="vert0" presStyleCnt="0">
        <dgm:presLayoutVars>
          <dgm:dir/>
          <dgm:animOne val="branch"/>
          <dgm:animLvl val="lvl"/>
        </dgm:presLayoutVars>
      </dgm:prSet>
      <dgm:spPr/>
    </dgm:pt>
    <dgm:pt modelId="{7348F859-5CC4-4DCC-9C47-2410844224CB}" type="pres">
      <dgm:prSet presAssocID="{FBD1AE95-6F9D-47A0-8CDB-042880673D5C}" presName="thickLine" presStyleLbl="alignNode1" presStyleIdx="0" presStyleCnt="2"/>
      <dgm:spPr/>
    </dgm:pt>
    <dgm:pt modelId="{C686F508-FC70-42BB-8331-10AC1B15D799}" type="pres">
      <dgm:prSet presAssocID="{FBD1AE95-6F9D-47A0-8CDB-042880673D5C}" presName="horz1" presStyleCnt="0"/>
      <dgm:spPr/>
    </dgm:pt>
    <dgm:pt modelId="{705D194A-F495-4D9C-8AC2-D3D36F11AF3F}" type="pres">
      <dgm:prSet presAssocID="{FBD1AE95-6F9D-47A0-8CDB-042880673D5C}" presName="tx1" presStyleLbl="revTx" presStyleIdx="0" presStyleCnt="6"/>
      <dgm:spPr/>
    </dgm:pt>
    <dgm:pt modelId="{7AAF5E56-E0A1-49F9-B350-9F9E738DA0A1}" type="pres">
      <dgm:prSet presAssocID="{FBD1AE95-6F9D-47A0-8CDB-042880673D5C}" presName="vert1" presStyleCnt="0"/>
      <dgm:spPr/>
    </dgm:pt>
    <dgm:pt modelId="{001E0946-2897-42A3-86B8-F1F7124598E1}" type="pres">
      <dgm:prSet presAssocID="{BED8B57D-7B06-4C16-BA8D-AF2F0AD6DCB9}" presName="vertSpace2a" presStyleCnt="0"/>
      <dgm:spPr/>
    </dgm:pt>
    <dgm:pt modelId="{575F48F1-7E14-4BE7-9B9C-CFAAF2990AC2}" type="pres">
      <dgm:prSet presAssocID="{BED8B57D-7B06-4C16-BA8D-AF2F0AD6DCB9}" presName="horz2" presStyleCnt="0"/>
      <dgm:spPr/>
    </dgm:pt>
    <dgm:pt modelId="{51239667-8BBD-4FDB-89C9-C96E29D398C6}" type="pres">
      <dgm:prSet presAssocID="{BED8B57D-7B06-4C16-BA8D-AF2F0AD6DCB9}" presName="horzSpace2" presStyleCnt="0"/>
      <dgm:spPr/>
    </dgm:pt>
    <dgm:pt modelId="{E11F45D8-3DC1-4237-90B9-02E28255F71C}" type="pres">
      <dgm:prSet presAssocID="{BED8B57D-7B06-4C16-BA8D-AF2F0AD6DCB9}" presName="tx2" presStyleLbl="revTx" presStyleIdx="1" presStyleCnt="6"/>
      <dgm:spPr/>
    </dgm:pt>
    <dgm:pt modelId="{7771FD92-B9C8-4C9E-82EC-D367AA85AD9E}" type="pres">
      <dgm:prSet presAssocID="{BED8B57D-7B06-4C16-BA8D-AF2F0AD6DCB9}" presName="vert2" presStyleCnt="0"/>
      <dgm:spPr/>
    </dgm:pt>
    <dgm:pt modelId="{D9A79E33-6E8C-4AD4-A93B-2A08D39D4BFB}" type="pres">
      <dgm:prSet presAssocID="{BED8B57D-7B06-4C16-BA8D-AF2F0AD6DCB9}" presName="thinLine2b" presStyleLbl="callout" presStyleIdx="0" presStyleCnt="4"/>
      <dgm:spPr/>
    </dgm:pt>
    <dgm:pt modelId="{9E68B76E-0461-4D99-B61F-3146BCCFB436}" type="pres">
      <dgm:prSet presAssocID="{BED8B57D-7B06-4C16-BA8D-AF2F0AD6DCB9}" presName="vertSpace2b" presStyleCnt="0"/>
      <dgm:spPr/>
    </dgm:pt>
    <dgm:pt modelId="{F1BE2382-7137-4B1B-84E5-2E444B1B42E9}" type="pres">
      <dgm:prSet presAssocID="{D038FF09-822B-4C98-A89F-CDE6CE7B29F0}" presName="horz2" presStyleCnt="0"/>
      <dgm:spPr/>
    </dgm:pt>
    <dgm:pt modelId="{BAE4EC90-C102-4F7D-A379-3F361451A498}" type="pres">
      <dgm:prSet presAssocID="{D038FF09-822B-4C98-A89F-CDE6CE7B29F0}" presName="horzSpace2" presStyleCnt="0"/>
      <dgm:spPr/>
    </dgm:pt>
    <dgm:pt modelId="{EE934A9A-8E4B-4750-9397-1F112C978F61}" type="pres">
      <dgm:prSet presAssocID="{D038FF09-822B-4C98-A89F-CDE6CE7B29F0}" presName="tx2" presStyleLbl="revTx" presStyleIdx="2" presStyleCnt="6"/>
      <dgm:spPr/>
    </dgm:pt>
    <dgm:pt modelId="{907498C9-D1D4-4570-A660-ED19780F1FB5}" type="pres">
      <dgm:prSet presAssocID="{D038FF09-822B-4C98-A89F-CDE6CE7B29F0}" presName="vert2" presStyleCnt="0"/>
      <dgm:spPr/>
    </dgm:pt>
    <dgm:pt modelId="{E8D88D46-187E-46B1-BD0E-FD4291EE8B86}" type="pres">
      <dgm:prSet presAssocID="{D038FF09-822B-4C98-A89F-CDE6CE7B29F0}" presName="thinLine2b" presStyleLbl="callout" presStyleIdx="1" presStyleCnt="4"/>
      <dgm:spPr/>
    </dgm:pt>
    <dgm:pt modelId="{6D0F0977-25F6-431B-A9DA-BBF47B598BD5}" type="pres">
      <dgm:prSet presAssocID="{D038FF09-822B-4C98-A89F-CDE6CE7B29F0}" presName="vertSpace2b" presStyleCnt="0"/>
      <dgm:spPr/>
    </dgm:pt>
    <dgm:pt modelId="{28C2B156-B5C5-4295-8734-23874609E0E2}" type="pres">
      <dgm:prSet presAssocID="{7570F00A-511F-487E-87E1-6F2F0B779E6C}" presName="horz2" presStyleCnt="0"/>
      <dgm:spPr/>
    </dgm:pt>
    <dgm:pt modelId="{86C2AC44-AE0C-4B4D-81E7-9EE93107028F}" type="pres">
      <dgm:prSet presAssocID="{7570F00A-511F-487E-87E1-6F2F0B779E6C}" presName="horzSpace2" presStyleCnt="0"/>
      <dgm:spPr/>
    </dgm:pt>
    <dgm:pt modelId="{97720D34-1CE3-47AE-B638-9ADDE82AED11}" type="pres">
      <dgm:prSet presAssocID="{7570F00A-511F-487E-87E1-6F2F0B779E6C}" presName="tx2" presStyleLbl="revTx" presStyleIdx="3" presStyleCnt="6"/>
      <dgm:spPr/>
    </dgm:pt>
    <dgm:pt modelId="{59C2425B-54B3-42D3-9E2A-AF3A9C14778E}" type="pres">
      <dgm:prSet presAssocID="{7570F00A-511F-487E-87E1-6F2F0B779E6C}" presName="vert2" presStyleCnt="0"/>
      <dgm:spPr/>
    </dgm:pt>
    <dgm:pt modelId="{9C259B7C-6F8A-49C2-B805-B960D441298F}" type="pres">
      <dgm:prSet presAssocID="{7570F00A-511F-487E-87E1-6F2F0B779E6C}" presName="thinLine2b" presStyleLbl="callout" presStyleIdx="2" presStyleCnt="4"/>
      <dgm:spPr/>
    </dgm:pt>
    <dgm:pt modelId="{881E94CE-C359-4D8B-8756-1461D21B81FC}" type="pres">
      <dgm:prSet presAssocID="{7570F00A-511F-487E-87E1-6F2F0B779E6C}" presName="vertSpace2b" presStyleCnt="0"/>
      <dgm:spPr/>
    </dgm:pt>
    <dgm:pt modelId="{D354054B-8F8E-4A7E-B432-942A0A07C5BD}" type="pres">
      <dgm:prSet presAssocID="{E408F55D-F55A-48AA-AEC1-57CA712E3D2E}" presName="horz2" presStyleCnt="0"/>
      <dgm:spPr/>
    </dgm:pt>
    <dgm:pt modelId="{3A757B47-EA5E-4BE1-80CF-AE2CE8C2CEB9}" type="pres">
      <dgm:prSet presAssocID="{E408F55D-F55A-48AA-AEC1-57CA712E3D2E}" presName="horzSpace2" presStyleCnt="0"/>
      <dgm:spPr/>
    </dgm:pt>
    <dgm:pt modelId="{B9D674D1-C01F-4B43-9453-C53E7B7A9E3E}" type="pres">
      <dgm:prSet presAssocID="{E408F55D-F55A-48AA-AEC1-57CA712E3D2E}" presName="tx2" presStyleLbl="revTx" presStyleIdx="4" presStyleCnt="6"/>
      <dgm:spPr/>
    </dgm:pt>
    <dgm:pt modelId="{039E8C44-2DBB-4832-8FDB-17F90CF3BF8B}" type="pres">
      <dgm:prSet presAssocID="{E408F55D-F55A-48AA-AEC1-57CA712E3D2E}" presName="vert2" presStyleCnt="0"/>
      <dgm:spPr/>
    </dgm:pt>
    <dgm:pt modelId="{F6116475-6D02-4F75-B015-1526AE3CBC71}" type="pres">
      <dgm:prSet presAssocID="{E408F55D-F55A-48AA-AEC1-57CA712E3D2E}" presName="thinLine2b" presStyleLbl="callout" presStyleIdx="3" presStyleCnt="4"/>
      <dgm:spPr/>
    </dgm:pt>
    <dgm:pt modelId="{0E5FD2A3-C8DC-4A59-866F-8A4D0CE6B649}" type="pres">
      <dgm:prSet presAssocID="{E408F55D-F55A-48AA-AEC1-57CA712E3D2E}" presName="vertSpace2b" presStyleCnt="0"/>
      <dgm:spPr/>
    </dgm:pt>
    <dgm:pt modelId="{965F1673-EA50-49C9-92BB-601EB69996AC}" type="pres">
      <dgm:prSet presAssocID="{73429E99-EB83-49BF-8904-519785517918}" presName="thickLine" presStyleLbl="alignNode1" presStyleIdx="1" presStyleCnt="2"/>
      <dgm:spPr/>
    </dgm:pt>
    <dgm:pt modelId="{DFAAAD11-22CC-4566-A990-5212ADB434C3}" type="pres">
      <dgm:prSet presAssocID="{73429E99-EB83-49BF-8904-519785517918}" presName="horz1" presStyleCnt="0"/>
      <dgm:spPr/>
    </dgm:pt>
    <dgm:pt modelId="{5EA6F1F0-C6C0-4F3D-9743-B02BA3477F35}" type="pres">
      <dgm:prSet presAssocID="{73429E99-EB83-49BF-8904-519785517918}" presName="tx1" presStyleLbl="revTx" presStyleIdx="5" presStyleCnt="6"/>
      <dgm:spPr/>
    </dgm:pt>
    <dgm:pt modelId="{B2910A66-E153-4EC7-9093-189AA261038C}" type="pres">
      <dgm:prSet presAssocID="{73429E99-EB83-49BF-8904-519785517918}" presName="vert1" presStyleCnt="0"/>
      <dgm:spPr/>
    </dgm:pt>
  </dgm:ptLst>
  <dgm:cxnLst>
    <dgm:cxn modelId="{A29F640C-ECBF-414B-BBDA-887E8095624B}" type="presOf" srcId="{FBD1AE95-6F9D-47A0-8CDB-042880673D5C}" destId="{705D194A-F495-4D9C-8AC2-D3D36F11AF3F}" srcOrd="0" destOrd="0" presId="urn:microsoft.com/office/officeart/2008/layout/LinedList"/>
    <dgm:cxn modelId="{1B6D8E1B-E4B2-4E37-B46B-BA989C16AC35}" type="presOf" srcId="{73429E99-EB83-49BF-8904-519785517918}" destId="{5EA6F1F0-C6C0-4F3D-9743-B02BA3477F35}" srcOrd="0" destOrd="0" presId="urn:microsoft.com/office/officeart/2008/layout/LinedList"/>
    <dgm:cxn modelId="{A11D9926-FCD5-4FD5-8561-B5FE6B9BB4E7}" type="presOf" srcId="{E408F55D-F55A-48AA-AEC1-57CA712E3D2E}" destId="{B9D674D1-C01F-4B43-9453-C53E7B7A9E3E}" srcOrd="0" destOrd="0" presId="urn:microsoft.com/office/officeart/2008/layout/LinedList"/>
    <dgm:cxn modelId="{E79DBD40-EB2C-49D5-8547-35E2EC8DF499}" srcId="{FBD1AE95-6F9D-47A0-8CDB-042880673D5C}" destId="{E408F55D-F55A-48AA-AEC1-57CA712E3D2E}" srcOrd="3" destOrd="0" parTransId="{B9FE72CA-AE96-4158-A14A-C0A2D89BF2B2}" sibTransId="{031F84D6-22DE-4280-A284-E1949A776B88}"/>
    <dgm:cxn modelId="{0370D149-AA35-48FE-B57E-B9F962A1AD1E}" type="presOf" srcId="{D038FF09-822B-4C98-A89F-CDE6CE7B29F0}" destId="{EE934A9A-8E4B-4750-9397-1F112C978F61}" srcOrd="0" destOrd="0" presId="urn:microsoft.com/office/officeart/2008/layout/LinedList"/>
    <dgm:cxn modelId="{DF775E81-9932-4EEB-96C7-6289B2978648}" srcId="{5CB0B6B0-B7C8-416D-86A2-CA3C622B2E1C}" destId="{73429E99-EB83-49BF-8904-519785517918}" srcOrd="1" destOrd="0" parTransId="{40EDA856-75AF-4C30-9679-AE220D5A056E}" sibTransId="{FC1747AE-4A8E-4D67-8ADD-3D5A8305AC7E}"/>
    <dgm:cxn modelId="{595E69AE-2C20-491D-956B-5811201E93D2}" srcId="{FBD1AE95-6F9D-47A0-8CDB-042880673D5C}" destId="{BED8B57D-7B06-4C16-BA8D-AF2F0AD6DCB9}" srcOrd="0" destOrd="0" parTransId="{3B6F614D-AAA4-4EB1-B54D-4ECBA18D3B0D}" sibTransId="{4E03D1CF-01AE-4C57-AB4B-055424C65B7D}"/>
    <dgm:cxn modelId="{85DE21AF-47C1-4809-B58C-54F2DFD1B5DE}" srcId="{FBD1AE95-6F9D-47A0-8CDB-042880673D5C}" destId="{7570F00A-511F-487E-87E1-6F2F0B779E6C}" srcOrd="2" destOrd="0" parTransId="{345C1A94-A1CF-41E5-8DBE-FF9D1C04BD74}" sibTransId="{9E5450C8-D7E9-4DF2-A381-CCCCC90DD124}"/>
    <dgm:cxn modelId="{9F6722C4-ED88-44BC-9026-04B370E35FC2}" srcId="{5CB0B6B0-B7C8-416D-86A2-CA3C622B2E1C}" destId="{FBD1AE95-6F9D-47A0-8CDB-042880673D5C}" srcOrd="0" destOrd="0" parTransId="{453D8F34-3EE3-4D48-B7D8-6F15E812D509}" sibTransId="{2DC051D1-C233-417E-91BB-7A84B6D0E601}"/>
    <dgm:cxn modelId="{FACA42C8-AC64-4F6E-8C7E-ADFCA3E0D2B1}" type="presOf" srcId="{7570F00A-511F-487E-87E1-6F2F0B779E6C}" destId="{97720D34-1CE3-47AE-B638-9ADDE82AED11}" srcOrd="0" destOrd="0" presId="urn:microsoft.com/office/officeart/2008/layout/LinedList"/>
    <dgm:cxn modelId="{84ED7ED9-A40B-4289-83F0-A64C61C13CD7}" type="presOf" srcId="{5CB0B6B0-B7C8-416D-86A2-CA3C622B2E1C}" destId="{BAD892DB-F163-4595-9DBF-3FE8D9D0AB4E}" srcOrd="0" destOrd="0" presId="urn:microsoft.com/office/officeart/2008/layout/LinedList"/>
    <dgm:cxn modelId="{394D33EF-45FF-496B-AE3E-BAC1CAACEB0A}" type="presOf" srcId="{BED8B57D-7B06-4C16-BA8D-AF2F0AD6DCB9}" destId="{E11F45D8-3DC1-4237-90B9-02E28255F71C}" srcOrd="0" destOrd="0" presId="urn:microsoft.com/office/officeart/2008/layout/LinedList"/>
    <dgm:cxn modelId="{10B398FC-3A3E-45DB-9433-4B16CA1AE222}" srcId="{FBD1AE95-6F9D-47A0-8CDB-042880673D5C}" destId="{D038FF09-822B-4C98-A89F-CDE6CE7B29F0}" srcOrd="1" destOrd="0" parTransId="{3BAD374E-AA80-4271-B596-C74015A6813D}" sibTransId="{298B1724-D5D7-46A3-BC0B-1AEA31D4DE7A}"/>
    <dgm:cxn modelId="{B9BDFE73-2691-43DE-9B1E-936BBE96E34A}" type="presParOf" srcId="{BAD892DB-F163-4595-9DBF-3FE8D9D0AB4E}" destId="{7348F859-5CC4-4DCC-9C47-2410844224CB}" srcOrd="0" destOrd="0" presId="urn:microsoft.com/office/officeart/2008/layout/LinedList"/>
    <dgm:cxn modelId="{93D628DC-C54A-4446-B63D-4ED409862D04}" type="presParOf" srcId="{BAD892DB-F163-4595-9DBF-3FE8D9D0AB4E}" destId="{C686F508-FC70-42BB-8331-10AC1B15D799}" srcOrd="1" destOrd="0" presId="urn:microsoft.com/office/officeart/2008/layout/LinedList"/>
    <dgm:cxn modelId="{9E307F49-7A3F-48E9-85F7-B65A27469595}" type="presParOf" srcId="{C686F508-FC70-42BB-8331-10AC1B15D799}" destId="{705D194A-F495-4D9C-8AC2-D3D36F11AF3F}" srcOrd="0" destOrd="0" presId="urn:microsoft.com/office/officeart/2008/layout/LinedList"/>
    <dgm:cxn modelId="{82DD3009-074B-4B57-88F3-2A2ACA40F613}" type="presParOf" srcId="{C686F508-FC70-42BB-8331-10AC1B15D799}" destId="{7AAF5E56-E0A1-49F9-B350-9F9E738DA0A1}" srcOrd="1" destOrd="0" presId="urn:microsoft.com/office/officeart/2008/layout/LinedList"/>
    <dgm:cxn modelId="{6C9E3ED1-B050-4F87-9AFF-92DCFEDAD407}" type="presParOf" srcId="{7AAF5E56-E0A1-49F9-B350-9F9E738DA0A1}" destId="{001E0946-2897-42A3-86B8-F1F7124598E1}" srcOrd="0" destOrd="0" presId="urn:microsoft.com/office/officeart/2008/layout/LinedList"/>
    <dgm:cxn modelId="{583324C5-C92D-49D6-AC18-6716C2A5AF8E}" type="presParOf" srcId="{7AAF5E56-E0A1-49F9-B350-9F9E738DA0A1}" destId="{575F48F1-7E14-4BE7-9B9C-CFAAF2990AC2}" srcOrd="1" destOrd="0" presId="urn:microsoft.com/office/officeart/2008/layout/LinedList"/>
    <dgm:cxn modelId="{7699BEE2-E1DA-4D56-8FAD-3CE851EFB206}" type="presParOf" srcId="{575F48F1-7E14-4BE7-9B9C-CFAAF2990AC2}" destId="{51239667-8BBD-4FDB-89C9-C96E29D398C6}" srcOrd="0" destOrd="0" presId="urn:microsoft.com/office/officeart/2008/layout/LinedList"/>
    <dgm:cxn modelId="{06F45469-5DE9-4E72-8FB3-7E81915C200B}" type="presParOf" srcId="{575F48F1-7E14-4BE7-9B9C-CFAAF2990AC2}" destId="{E11F45D8-3DC1-4237-90B9-02E28255F71C}" srcOrd="1" destOrd="0" presId="urn:microsoft.com/office/officeart/2008/layout/LinedList"/>
    <dgm:cxn modelId="{1DDF5DC8-3C12-4B0A-BB03-535144C1D063}" type="presParOf" srcId="{575F48F1-7E14-4BE7-9B9C-CFAAF2990AC2}" destId="{7771FD92-B9C8-4C9E-82EC-D367AA85AD9E}" srcOrd="2" destOrd="0" presId="urn:microsoft.com/office/officeart/2008/layout/LinedList"/>
    <dgm:cxn modelId="{236D94F9-DCBC-4955-9725-472BB62325C6}" type="presParOf" srcId="{7AAF5E56-E0A1-49F9-B350-9F9E738DA0A1}" destId="{D9A79E33-6E8C-4AD4-A93B-2A08D39D4BFB}" srcOrd="2" destOrd="0" presId="urn:microsoft.com/office/officeart/2008/layout/LinedList"/>
    <dgm:cxn modelId="{63AEAABF-95DC-4B7C-A6FD-0A3395A65C4A}" type="presParOf" srcId="{7AAF5E56-E0A1-49F9-B350-9F9E738DA0A1}" destId="{9E68B76E-0461-4D99-B61F-3146BCCFB436}" srcOrd="3" destOrd="0" presId="urn:microsoft.com/office/officeart/2008/layout/LinedList"/>
    <dgm:cxn modelId="{03DBA8D0-28AF-4DDF-A83B-1A01CF9BEAAD}" type="presParOf" srcId="{7AAF5E56-E0A1-49F9-B350-9F9E738DA0A1}" destId="{F1BE2382-7137-4B1B-84E5-2E444B1B42E9}" srcOrd="4" destOrd="0" presId="urn:microsoft.com/office/officeart/2008/layout/LinedList"/>
    <dgm:cxn modelId="{2B4CCC7D-49F8-4652-A4EA-84D77E0C0980}" type="presParOf" srcId="{F1BE2382-7137-4B1B-84E5-2E444B1B42E9}" destId="{BAE4EC90-C102-4F7D-A379-3F361451A498}" srcOrd="0" destOrd="0" presId="urn:microsoft.com/office/officeart/2008/layout/LinedList"/>
    <dgm:cxn modelId="{6F28B188-DB5D-4DF9-8CEE-E86694613F4B}" type="presParOf" srcId="{F1BE2382-7137-4B1B-84E5-2E444B1B42E9}" destId="{EE934A9A-8E4B-4750-9397-1F112C978F61}" srcOrd="1" destOrd="0" presId="urn:microsoft.com/office/officeart/2008/layout/LinedList"/>
    <dgm:cxn modelId="{E915FCB5-658F-453C-8654-AB418AAB6484}" type="presParOf" srcId="{F1BE2382-7137-4B1B-84E5-2E444B1B42E9}" destId="{907498C9-D1D4-4570-A660-ED19780F1FB5}" srcOrd="2" destOrd="0" presId="urn:microsoft.com/office/officeart/2008/layout/LinedList"/>
    <dgm:cxn modelId="{5129183C-1956-4DD9-B7C4-F376D063FB06}" type="presParOf" srcId="{7AAF5E56-E0A1-49F9-B350-9F9E738DA0A1}" destId="{E8D88D46-187E-46B1-BD0E-FD4291EE8B86}" srcOrd="5" destOrd="0" presId="urn:microsoft.com/office/officeart/2008/layout/LinedList"/>
    <dgm:cxn modelId="{4F2E28C4-11A9-43C4-BC06-96DB1ECC9FA4}" type="presParOf" srcId="{7AAF5E56-E0A1-49F9-B350-9F9E738DA0A1}" destId="{6D0F0977-25F6-431B-A9DA-BBF47B598BD5}" srcOrd="6" destOrd="0" presId="urn:microsoft.com/office/officeart/2008/layout/LinedList"/>
    <dgm:cxn modelId="{5DFCC717-B0E1-410B-8CB8-295424ACBD27}" type="presParOf" srcId="{7AAF5E56-E0A1-49F9-B350-9F9E738DA0A1}" destId="{28C2B156-B5C5-4295-8734-23874609E0E2}" srcOrd="7" destOrd="0" presId="urn:microsoft.com/office/officeart/2008/layout/LinedList"/>
    <dgm:cxn modelId="{96476E33-DCAC-4919-9B8E-CF4C1117EB31}" type="presParOf" srcId="{28C2B156-B5C5-4295-8734-23874609E0E2}" destId="{86C2AC44-AE0C-4B4D-81E7-9EE93107028F}" srcOrd="0" destOrd="0" presId="urn:microsoft.com/office/officeart/2008/layout/LinedList"/>
    <dgm:cxn modelId="{BE776D20-0BA4-4E3B-8320-A9BBB18CC6C3}" type="presParOf" srcId="{28C2B156-B5C5-4295-8734-23874609E0E2}" destId="{97720D34-1CE3-47AE-B638-9ADDE82AED11}" srcOrd="1" destOrd="0" presId="urn:microsoft.com/office/officeart/2008/layout/LinedList"/>
    <dgm:cxn modelId="{5EC03037-6D81-4763-BA48-7FEAEAB5B027}" type="presParOf" srcId="{28C2B156-B5C5-4295-8734-23874609E0E2}" destId="{59C2425B-54B3-42D3-9E2A-AF3A9C14778E}" srcOrd="2" destOrd="0" presId="urn:microsoft.com/office/officeart/2008/layout/LinedList"/>
    <dgm:cxn modelId="{D645ABEE-7C6C-4055-A811-39EA9361037F}" type="presParOf" srcId="{7AAF5E56-E0A1-49F9-B350-9F9E738DA0A1}" destId="{9C259B7C-6F8A-49C2-B805-B960D441298F}" srcOrd="8" destOrd="0" presId="urn:microsoft.com/office/officeart/2008/layout/LinedList"/>
    <dgm:cxn modelId="{4D2D0957-7A1D-4AA6-980D-788185DE8900}" type="presParOf" srcId="{7AAF5E56-E0A1-49F9-B350-9F9E738DA0A1}" destId="{881E94CE-C359-4D8B-8756-1461D21B81FC}" srcOrd="9" destOrd="0" presId="urn:microsoft.com/office/officeart/2008/layout/LinedList"/>
    <dgm:cxn modelId="{67C111C0-1121-459E-BD2A-D6AF51CC4675}" type="presParOf" srcId="{7AAF5E56-E0A1-49F9-B350-9F9E738DA0A1}" destId="{D354054B-8F8E-4A7E-B432-942A0A07C5BD}" srcOrd="10" destOrd="0" presId="urn:microsoft.com/office/officeart/2008/layout/LinedList"/>
    <dgm:cxn modelId="{45A6E574-1419-4261-9324-329477CF95D2}" type="presParOf" srcId="{D354054B-8F8E-4A7E-B432-942A0A07C5BD}" destId="{3A757B47-EA5E-4BE1-80CF-AE2CE8C2CEB9}" srcOrd="0" destOrd="0" presId="urn:microsoft.com/office/officeart/2008/layout/LinedList"/>
    <dgm:cxn modelId="{AC17AA8A-55F6-44F4-B447-004E9D76770E}" type="presParOf" srcId="{D354054B-8F8E-4A7E-B432-942A0A07C5BD}" destId="{B9D674D1-C01F-4B43-9453-C53E7B7A9E3E}" srcOrd="1" destOrd="0" presId="urn:microsoft.com/office/officeart/2008/layout/LinedList"/>
    <dgm:cxn modelId="{AC6B5126-D0D8-4F2B-8D74-3C2EC743AC08}" type="presParOf" srcId="{D354054B-8F8E-4A7E-B432-942A0A07C5BD}" destId="{039E8C44-2DBB-4832-8FDB-17F90CF3BF8B}" srcOrd="2" destOrd="0" presId="urn:microsoft.com/office/officeart/2008/layout/LinedList"/>
    <dgm:cxn modelId="{9626B620-4A7E-44A2-9C09-E934644C7300}" type="presParOf" srcId="{7AAF5E56-E0A1-49F9-B350-9F9E738DA0A1}" destId="{F6116475-6D02-4F75-B015-1526AE3CBC71}" srcOrd="11" destOrd="0" presId="urn:microsoft.com/office/officeart/2008/layout/LinedList"/>
    <dgm:cxn modelId="{EB85925A-021E-42F5-AA18-6627EE984FE5}" type="presParOf" srcId="{7AAF5E56-E0A1-49F9-B350-9F9E738DA0A1}" destId="{0E5FD2A3-C8DC-4A59-866F-8A4D0CE6B649}" srcOrd="12" destOrd="0" presId="urn:microsoft.com/office/officeart/2008/layout/LinedList"/>
    <dgm:cxn modelId="{DD96E8FC-643A-4388-809B-F529FA1CC45F}" type="presParOf" srcId="{BAD892DB-F163-4595-9DBF-3FE8D9D0AB4E}" destId="{965F1673-EA50-49C9-92BB-601EB69996AC}" srcOrd="2" destOrd="0" presId="urn:microsoft.com/office/officeart/2008/layout/LinedList"/>
    <dgm:cxn modelId="{BFC527C4-BE81-4903-8919-D1271ED58454}" type="presParOf" srcId="{BAD892DB-F163-4595-9DBF-3FE8D9D0AB4E}" destId="{DFAAAD11-22CC-4566-A990-5212ADB434C3}" srcOrd="3" destOrd="0" presId="urn:microsoft.com/office/officeart/2008/layout/LinedList"/>
    <dgm:cxn modelId="{373FEE61-069A-4700-AB0A-B92C84024874}" type="presParOf" srcId="{DFAAAD11-22CC-4566-A990-5212ADB434C3}" destId="{5EA6F1F0-C6C0-4F3D-9743-B02BA3477F35}" srcOrd="0" destOrd="0" presId="urn:microsoft.com/office/officeart/2008/layout/LinedList"/>
    <dgm:cxn modelId="{8D729C76-8E74-4467-BE74-5E3D062DA64D}" type="presParOf" srcId="{DFAAAD11-22CC-4566-A990-5212ADB434C3}" destId="{B2910A66-E153-4EC7-9093-189AA26103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3E9AA3-1976-4936-A1BB-3AB2A02EED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D10EC0-2557-4BA4-83F2-2E8B86C88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02/02: </a:t>
          </a:r>
          <a:r>
            <a:rPr lang="en-US" dirty="0" err="1"/>
            <a:t>Viagem</a:t>
          </a:r>
          <a:r>
            <a:rPr lang="en-US" dirty="0"/>
            <a:t> de </a:t>
          </a:r>
          <a:r>
            <a:rPr lang="en-US" dirty="0" err="1"/>
            <a:t>ida</a:t>
          </a:r>
          <a:r>
            <a:rPr lang="en-US" dirty="0"/>
            <a:t> (</a:t>
          </a:r>
          <a:r>
            <a:rPr lang="en-US" dirty="0" err="1"/>
            <a:t>manhã</a:t>
          </a:r>
          <a:r>
            <a:rPr lang="en-US" dirty="0"/>
            <a:t>) + </a:t>
          </a:r>
          <a:r>
            <a:rPr lang="en-US" dirty="0" err="1"/>
            <a:t>Abertura</a:t>
          </a:r>
          <a:r>
            <a:rPr lang="en-US" dirty="0"/>
            <a:t> do Hackathon (</a:t>
          </a:r>
          <a:r>
            <a:rPr lang="en-US" dirty="0" err="1"/>
            <a:t>tarde</a:t>
          </a:r>
          <a:r>
            <a:rPr lang="en-US" dirty="0"/>
            <a:t>)</a:t>
          </a:r>
        </a:p>
      </dgm:t>
    </dgm:pt>
    <dgm:pt modelId="{45DABBC2-4074-4261-96FB-79EB50731109}" type="parTrans" cxnId="{C9924C02-4DAF-4904-B20C-CADFCD9AD700}">
      <dgm:prSet/>
      <dgm:spPr/>
      <dgm:t>
        <a:bodyPr/>
        <a:lstStyle/>
        <a:p>
          <a:endParaRPr lang="en-US"/>
        </a:p>
      </dgm:t>
    </dgm:pt>
    <dgm:pt modelId="{54F21BD3-D3E0-4FD4-A0DA-7321DC2C4786}" type="sibTrans" cxnId="{C9924C02-4DAF-4904-B20C-CADFCD9AD700}">
      <dgm:prSet/>
      <dgm:spPr/>
      <dgm:t>
        <a:bodyPr/>
        <a:lstStyle/>
        <a:p>
          <a:endParaRPr lang="en-US"/>
        </a:p>
      </dgm:t>
    </dgm:pt>
    <dgm:pt modelId="{0DC28E88-B7B9-4F51-92DB-E48A52CCF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03/02: </a:t>
          </a:r>
          <a:r>
            <a:rPr lang="en-US" dirty="0" err="1"/>
            <a:t>Desenvolvimento</a:t>
          </a:r>
          <a:endParaRPr lang="en-US" dirty="0"/>
        </a:p>
      </dgm:t>
    </dgm:pt>
    <dgm:pt modelId="{839A6511-E78A-4F7D-B9FD-D0F3B789A8E3}" type="parTrans" cxnId="{B4AAF573-27FD-4FF6-A3EE-753CB85C4F2B}">
      <dgm:prSet/>
      <dgm:spPr/>
      <dgm:t>
        <a:bodyPr/>
        <a:lstStyle/>
        <a:p>
          <a:endParaRPr lang="en-US"/>
        </a:p>
      </dgm:t>
    </dgm:pt>
    <dgm:pt modelId="{F7893BE9-6D46-4EDB-BA0F-8C37697A3086}" type="sibTrans" cxnId="{B4AAF573-27FD-4FF6-A3EE-753CB85C4F2B}">
      <dgm:prSet/>
      <dgm:spPr/>
      <dgm:t>
        <a:bodyPr/>
        <a:lstStyle/>
        <a:p>
          <a:endParaRPr lang="en-US"/>
        </a:p>
      </dgm:t>
    </dgm:pt>
    <dgm:pt modelId="{C02915BE-090E-4CBE-BD0C-CFA912CE4E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04/02: </a:t>
          </a:r>
          <a:r>
            <a:rPr lang="en-US" dirty="0" err="1"/>
            <a:t>Desenvolvimento</a:t>
          </a:r>
          <a:endParaRPr lang="en-US" dirty="0"/>
        </a:p>
      </dgm:t>
    </dgm:pt>
    <dgm:pt modelId="{15F895CC-D51E-49FB-8118-9E03BB044C3E}" type="parTrans" cxnId="{E5265D1C-88CF-4A3A-8A1E-E4D2A1EBC949}">
      <dgm:prSet/>
      <dgm:spPr/>
      <dgm:t>
        <a:bodyPr/>
        <a:lstStyle/>
        <a:p>
          <a:endParaRPr lang="en-US"/>
        </a:p>
      </dgm:t>
    </dgm:pt>
    <dgm:pt modelId="{32F9D2D8-A834-4D72-9266-A4671C5E5579}" type="sibTrans" cxnId="{E5265D1C-88CF-4A3A-8A1E-E4D2A1EBC949}">
      <dgm:prSet/>
      <dgm:spPr/>
      <dgm:t>
        <a:bodyPr/>
        <a:lstStyle/>
        <a:p>
          <a:endParaRPr lang="en-US"/>
        </a:p>
      </dgm:t>
    </dgm:pt>
    <dgm:pt modelId="{B3EF084D-39F6-4815-B112-BEEB751D0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05/02: </a:t>
          </a:r>
          <a:r>
            <a:rPr lang="en-US" dirty="0" err="1"/>
            <a:t>Desenvolvimento</a:t>
          </a:r>
          <a:endParaRPr lang="en-US" dirty="0"/>
        </a:p>
      </dgm:t>
    </dgm:pt>
    <dgm:pt modelId="{2618FF08-D9D4-44DA-9877-76E525A1A385}" type="parTrans" cxnId="{ED86A6F0-A43C-464D-ACCF-0B6C1BAA1892}">
      <dgm:prSet/>
      <dgm:spPr/>
      <dgm:t>
        <a:bodyPr/>
        <a:lstStyle/>
        <a:p>
          <a:endParaRPr lang="en-US"/>
        </a:p>
      </dgm:t>
    </dgm:pt>
    <dgm:pt modelId="{C73C34B7-0277-4A50-922F-37A32E58FE10}" type="sibTrans" cxnId="{ED86A6F0-A43C-464D-ACCF-0B6C1BAA1892}">
      <dgm:prSet/>
      <dgm:spPr/>
      <dgm:t>
        <a:bodyPr/>
        <a:lstStyle/>
        <a:p>
          <a:endParaRPr lang="en-US"/>
        </a:p>
      </dgm:t>
    </dgm:pt>
    <dgm:pt modelId="{5C39A846-BFFB-42A7-8066-47012026A4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06/02: Apresentação (manhã) + avaliação e premiação (tarde)</a:t>
          </a:r>
        </a:p>
      </dgm:t>
    </dgm:pt>
    <dgm:pt modelId="{3975F121-DF09-4679-BB33-B6D1D2AE1FFF}" type="parTrans" cxnId="{5A4E04DA-3EB3-4DD2-BC89-BC188E3AACE5}">
      <dgm:prSet/>
      <dgm:spPr/>
      <dgm:t>
        <a:bodyPr/>
        <a:lstStyle/>
        <a:p>
          <a:endParaRPr lang="en-US"/>
        </a:p>
      </dgm:t>
    </dgm:pt>
    <dgm:pt modelId="{4B4D50E8-4771-49FA-A071-1CB77E29ED04}" type="sibTrans" cxnId="{5A4E04DA-3EB3-4DD2-BC89-BC188E3AACE5}">
      <dgm:prSet/>
      <dgm:spPr/>
      <dgm:t>
        <a:bodyPr/>
        <a:lstStyle/>
        <a:p>
          <a:endParaRPr lang="en-US"/>
        </a:p>
      </dgm:t>
    </dgm:pt>
    <dgm:pt modelId="{7B4C4BE1-E4F0-4577-8F31-7A97100ADF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07/02: Viagem de retorno</a:t>
          </a:r>
        </a:p>
      </dgm:t>
    </dgm:pt>
    <dgm:pt modelId="{422F5789-5459-4316-B7EB-0C5009B2C879}" type="parTrans" cxnId="{B04F2AF6-E049-4229-9604-F857A92AE4E4}">
      <dgm:prSet/>
      <dgm:spPr/>
      <dgm:t>
        <a:bodyPr/>
        <a:lstStyle/>
        <a:p>
          <a:endParaRPr lang="en-US"/>
        </a:p>
      </dgm:t>
    </dgm:pt>
    <dgm:pt modelId="{7D6020BD-9A68-43B1-9036-788B9206A34C}" type="sibTrans" cxnId="{B04F2AF6-E049-4229-9604-F857A92AE4E4}">
      <dgm:prSet/>
      <dgm:spPr/>
      <dgm:t>
        <a:bodyPr/>
        <a:lstStyle/>
        <a:p>
          <a:endParaRPr lang="en-US"/>
        </a:p>
      </dgm:t>
    </dgm:pt>
    <dgm:pt modelId="{DA096F1C-C21B-491B-B793-323DA1482729}" type="pres">
      <dgm:prSet presAssocID="{883E9AA3-1976-4936-A1BB-3AB2A02EEDC8}" presName="root" presStyleCnt="0">
        <dgm:presLayoutVars>
          <dgm:dir/>
          <dgm:resizeHandles val="exact"/>
        </dgm:presLayoutVars>
      </dgm:prSet>
      <dgm:spPr/>
    </dgm:pt>
    <dgm:pt modelId="{611F58A3-05B2-42FD-AD12-11D945329A55}" type="pres">
      <dgm:prSet presAssocID="{5BD10EC0-2557-4BA4-83F2-2E8B86C88169}" presName="compNode" presStyleCnt="0"/>
      <dgm:spPr/>
    </dgm:pt>
    <dgm:pt modelId="{F70DBCAE-35DA-49DE-A67F-C55A7E3B5919}" type="pres">
      <dgm:prSet presAssocID="{5BD10EC0-2557-4BA4-83F2-2E8B86C88169}" presName="bgRect" presStyleLbl="bgShp" presStyleIdx="0" presStyleCnt="6"/>
      <dgm:spPr/>
    </dgm:pt>
    <dgm:pt modelId="{BE8F8B91-AED7-4B8A-A435-0EC3930E48FB}" type="pres">
      <dgm:prSet presAssocID="{5BD10EC0-2557-4BA4-83F2-2E8B86C88169}" presName="iconRect" presStyleLbl="node1" presStyleIdx="0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178403A-78B6-466A-A2CE-6D438CB081A5}" type="pres">
      <dgm:prSet presAssocID="{5BD10EC0-2557-4BA4-83F2-2E8B86C88169}" presName="spaceRect" presStyleCnt="0"/>
      <dgm:spPr/>
    </dgm:pt>
    <dgm:pt modelId="{07D29FF1-EFD0-4E40-8EB8-80C0F97EF859}" type="pres">
      <dgm:prSet presAssocID="{5BD10EC0-2557-4BA4-83F2-2E8B86C88169}" presName="parTx" presStyleLbl="revTx" presStyleIdx="0" presStyleCnt="6">
        <dgm:presLayoutVars>
          <dgm:chMax val="0"/>
          <dgm:chPref val="0"/>
        </dgm:presLayoutVars>
      </dgm:prSet>
      <dgm:spPr/>
    </dgm:pt>
    <dgm:pt modelId="{03490DAF-FFC0-4E4B-97CA-194D9FD347AF}" type="pres">
      <dgm:prSet presAssocID="{54F21BD3-D3E0-4FD4-A0DA-7321DC2C4786}" presName="sibTrans" presStyleCnt="0"/>
      <dgm:spPr/>
    </dgm:pt>
    <dgm:pt modelId="{A31D2227-51D6-442C-82D5-52855547AAC8}" type="pres">
      <dgm:prSet presAssocID="{0DC28E88-B7B9-4F51-92DB-E48A52CCF695}" presName="compNode" presStyleCnt="0"/>
      <dgm:spPr/>
    </dgm:pt>
    <dgm:pt modelId="{533262C7-31D6-46A4-B956-7C6B66578E26}" type="pres">
      <dgm:prSet presAssocID="{0DC28E88-B7B9-4F51-92DB-E48A52CCF695}" presName="bgRect" presStyleLbl="bgShp" presStyleIdx="1" presStyleCnt="6"/>
      <dgm:spPr/>
    </dgm:pt>
    <dgm:pt modelId="{638F3D84-EEE2-445B-A84F-625F24171E49}" type="pres">
      <dgm:prSet presAssocID="{0DC28E88-B7B9-4F51-92DB-E48A52CCF695}" presName="iconRect" presStyleLbl="node1" presStyleIdx="1" presStyleCnt="6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équer"/>
        </a:ext>
      </dgm:extLst>
    </dgm:pt>
    <dgm:pt modelId="{E6781A8B-5044-4363-B44C-9143350B9A20}" type="pres">
      <dgm:prSet presAssocID="{0DC28E88-B7B9-4F51-92DB-E48A52CCF695}" presName="spaceRect" presStyleCnt="0"/>
      <dgm:spPr/>
    </dgm:pt>
    <dgm:pt modelId="{FB108DD7-DDD1-4D89-AA97-760BABE70A57}" type="pres">
      <dgm:prSet presAssocID="{0DC28E88-B7B9-4F51-92DB-E48A52CCF695}" presName="parTx" presStyleLbl="revTx" presStyleIdx="1" presStyleCnt="6">
        <dgm:presLayoutVars>
          <dgm:chMax val="0"/>
          <dgm:chPref val="0"/>
        </dgm:presLayoutVars>
      </dgm:prSet>
      <dgm:spPr/>
    </dgm:pt>
    <dgm:pt modelId="{0CC4F742-6320-49AA-BB7E-F95D4C023F62}" type="pres">
      <dgm:prSet presAssocID="{F7893BE9-6D46-4EDB-BA0F-8C37697A3086}" presName="sibTrans" presStyleCnt="0"/>
      <dgm:spPr/>
    </dgm:pt>
    <dgm:pt modelId="{5231E223-B22A-4C62-ACEF-BFDF3CFE8345}" type="pres">
      <dgm:prSet presAssocID="{C02915BE-090E-4CBE-BD0C-CFA912CE4E60}" presName="compNode" presStyleCnt="0"/>
      <dgm:spPr/>
    </dgm:pt>
    <dgm:pt modelId="{2C66FCC5-C4FC-4256-8C24-1A56A66A10CF}" type="pres">
      <dgm:prSet presAssocID="{C02915BE-090E-4CBE-BD0C-CFA912CE4E60}" presName="bgRect" presStyleLbl="bgShp" presStyleIdx="2" presStyleCnt="6"/>
      <dgm:spPr/>
    </dgm:pt>
    <dgm:pt modelId="{3C1DA1E7-BA68-4880-82F0-FCB20B897C2B}" type="pres">
      <dgm:prSet presAssocID="{C02915BE-090E-4CBE-BD0C-CFA912CE4E60}" presName="iconRect" presStyleLbl="nod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uete"/>
        </a:ext>
      </dgm:extLst>
    </dgm:pt>
    <dgm:pt modelId="{28AA7A9D-3DBF-40AC-B21A-73A845922725}" type="pres">
      <dgm:prSet presAssocID="{C02915BE-090E-4CBE-BD0C-CFA912CE4E60}" presName="spaceRect" presStyleCnt="0"/>
      <dgm:spPr/>
    </dgm:pt>
    <dgm:pt modelId="{D93F56BC-C5B8-4555-B408-D207F116E909}" type="pres">
      <dgm:prSet presAssocID="{C02915BE-090E-4CBE-BD0C-CFA912CE4E60}" presName="parTx" presStyleLbl="revTx" presStyleIdx="2" presStyleCnt="6">
        <dgm:presLayoutVars>
          <dgm:chMax val="0"/>
          <dgm:chPref val="0"/>
        </dgm:presLayoutVars>
      </dgm:prSet>
      <dgm:spPr/>
    </dgm:pt>
    <dgm:pt modelId="{CB2504F9-B257-4B21-AD19-E45F365B127E}" type="pres">
      <dgm:prSet presAssocID="{32F9D2D8-A834-4D72-9266-A4671C5E5579}" presName="sibTrans" presStyleCnt="0"/>
      <dgm:spPr/>
    </dgm:pt>
    <dgm:pt modelId="{219A7FB2-1A18-4989-9B58-1994E4A6B12D}" type="pres">
      <dgm:prSet presAssocID="{B3EF084D-39F6-4815-B112-BEEB751D0AB2}" presName="compNode" presStyleCnt="0"/>
      <dgm:spPr/>
    </dgm:pt>
    <dgm:pt modelId="{17653247-CD76-46CE-8682-C94420BE4590}" type="pres">
      <dgm:prSet presAssocID="{B3EF084D-39F6-4815-B112-BEEB751D0AB2}" presName="bgRect" presStyleLbl="bgShp" presStyleIdx="3" presStyleCnt="6"/>
      <dgm:spPr/>
    </dgm:pt>
    <dgm:pt modelId="{56044761-B9F8-44B4-9E7F-922A275CEC6E}" type="pres">
      <dgm:prSet presAssocID="{B3EF084D-39F6-4815-B112-BEEB751D0AB2}" presName="iconRect" presStyleLbl="node1" presStyleIdx="3" presStyleCnt="6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A080E611-2AAA-4367-AB39-C42EBCFD3F93}" type="pres">
      <dgm:prSet presAssocID="{B3EF084D-39F6-4815-B112-BEEB751D0AB2}" presName="spaceRect" presStyleCnt="0"/>
      <dgm:spPr/>
    </dgm:pt>
    <dgm:pt modelId="{FFA355F9-BDA5-4AB6-AA2D-D11B071BC239}" type="pres">
      <dgm:prSet presAssocID="{B3EF084D-39F6-4815-B112-BEEB751D0AB2}" presName="parTx" presStyleLbl="revTx" presStyleIdx="3" presStyleCnt="6">
        <dgm:presLayoutVars>
          <dgm:chMax val="0"/>
          <dgm:chPref val="0"/>
        </dgm:presLayoutVars>
      </dgm:prSet>
      <dgm:spPr/>
    </dgm:pt>
    <dgm:pt modelId="{91442BB9-2F27-45E4-A932-938863AD0F1E}" type="pres">
      <dgm:prSet presAssocID="{C73C34B7-0277-4A50-922F-37A32E58FE10}" presName="sibTrans" presStyleCnt="0"/>
      <dgm:spPr/>
    </dgm:pt>
    <dgm:pt modelId="{8AB36665-AB8D-46A4-9D82-E4843661C8D9}" type="pres">
      <dgm:prSet presAssocID="{5C39A846-BFFB-42A7-8066-47012026A41A}" presName="compNode" presStyleCnt="0"/>
      <dgm:spPr/>
    </dgm:pt>
    <dgm:pt modelId="{38473AA1-8AED-45E6-82F2-82550268AFB7}" type="pres">
      <dgm:prSet presAssocID="{5C39A846-BFFB-42A7-8066-47012026A41A}" presName="bgRect" presStyleLbl="bgShp" presStyleIdx="4" presStyleCnt="6"/>
      <dgm:spPr/>
    </dgm:pt>
    <dgm:pt modelId="{04B9729D-7A80-4771-9B85-7DBF70C735A3}" type="pres">
      <dgm:prSet presAssocID="{5C39A846-BFFB-42A7-8066-47012026A41A}" presName="iconRect" presStyleLbl="nod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9F9B9E4-E97B-48C4-862E-4DFCE107C133}" type="pres">
      <dgm:prSet presAssocID="{5C39A846-BFFB-42A7-8066-47012026A41A}" presName="spaceRect" presStyleCnt="0"/>
      <dgm:spPr/>
    </dgm:pt>
    <dgm:pt modelId="{76CB2B04-144C-485A-AAB3-26F57973EBC6}" type="pres">
      <dgm:prSet presAssocID="{5C39A846-BFFB-42A7-8066-47012026A41A}" presName="parTx" presStyleLbl="revTx" presStyleIdx="4" presStyleCnt="6">
        <dgm:presLayoutVars>
          <dgm:chMax val="0"/>
          <dgm:chPref val="0"/>
        </dgm:presLayoutVars>
      </dgm:prSet>
      <dgm:spPr/>
    </dgm:pt>
    <dgm:pt modelId="{05D71268-7CD6-4912-84EC-062D8A8545C0}" type="pres">
      <dgm:prSet presAssocID="{4B4D50E8-4771-49FA-A071-1CB77E29ED04}" presName="sibTrans" presStyleCnt="0"/>
      <dgm:spPr/>
    </dgm:pt>
    <dgm:pt modelId="{5335F719-59D2-4B9B-8D35-32ED23B89828}" type="pres">
      <dgm:prSet presAssocID="{7B4C4BE1-E4F0-4577-8F31-7A97100ADF09}" presName="compNode" presStyleCnt="0"/>
      <dgm:spPr/>
    </dgm:pt>
    <dgm:pt modelId="{5EB49460-7CD1-4FA9-ABF0-3469DEBC2E77}" type="pres">
      <dgm:prSet presAssocID="{7B4C4BE1-E4F0-4577-8F31-7A97100ADF09}" presName="bgRect" presStyleLbl="bgShp" presStyleIdx="5" presStyleCnt="6"/>
      <dgm:spPr/>
    </dgm:pt>
    <dgm:pt modelId="{AD57B549-4760-48C4-8422-7BF8CF734C2C}" type="pres">
      <dgm:prSet presAssocID="{7B4C4BE1-E4F0-4577-8F31-7A97100ADF09}" presName="iconRect" presStyleLbl="node1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ão"/>
        </a:ext>
      </dgm:extLst>
    </dgm:pt>
    <dgm:pt modelId="{D459306D-6682-4323-835B-31B6B7041ADD}" type="pres">
      <dgm:prSet presAssocID="{7B4C4BE1-E4F0-4577-8F31-7A97100ADF09}" presName="spaceRect" presStyleCnt="0"/>
      <dgm:spPr/>
    </dgm:pt>
    <dgm:pt modelId="{B5473D81-520F-43DB-AB50-58ABEB90C915}" type="pres">
      <dgm:prSet presAssocID="{7B4C4BE1-E4F0-4577-8F31-7A97100ADF0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9924C02-4DAF-4904-B20C-CADFCD9AD700}" srcId="{883E9AA3-1976-4936-A1BB-3AB2A02EEDC8}" destId="{5BD10EC0-2557-4BA4-83F2-2E8B86C88169}" srcOrd="0" destOrd="0" parTransId="{45DABBC2-4074-4261-96FB-79EB50731109}" sibTransId="{54F21BD3-D3E0-4FD4-A0DA-7321DC2C4786}"/>
    <dgm:cxn modelId="{606B1212-F078-4079-8F71-A841CF36A2A5}" type="presOf" srcId="{0DC28E88-B7B9-4F51-92DB-E48A52CCF695}" destId="{FB108DD7-DDD1-4D89-AA97-760BABE70A57}" srcOrd="0" destOrd="0" presId="urn:microsoft.com/office/officeart/2018/2/layout/IconVerticalSolidList"/>
    <dgm:cxn modelId="{80F8F818-DCC1-4080-9A67-ADF643833920}" type="presOf" srcId="{883E9AA3-1976-4936-A1BB-3AB2A02EEDC8}" destId="{DA096F1C-C21B-491B-B793-323DA1482729}" srcOrd="0" destOrd="0" presId="urn:microsoft.com/office/officeart/2018/2/layout/IconVerticalSolidList"/>
    <dgm:cxn modelId="{E5265D1C-88CF-4A3A-8A1E-E4D2A1EBC949}" srcId="{883E9AA3-1976-4936-A1BB-3AB2A02EEDC8}" destId="{C02915BE-090E-4CBE-BD0C-CFA912CE4E60}" srcOrd="2" destOrd="0" parTransId="{15F895CC-D51E-49FB-8118-9E03BB044C3E}" sibTransId="{32F9D2D8-A834-4D72-9266-A4671C5E5579}"/>
    <dgm:cxn modelId="{1A46CC24-C588-456A-AE57-DABB25E74657}" type="presOf" srcId="{C02915BE-090E-4CBE-BD0C-CFA912CE4E60}" destId="{D93F56BC-C5B8-4555-B408-D207F116E909}" srcOrd="0" destOrd="0" presId="urn:microsoft.com/office/officeart/2018/2/layout/IconVerticalSolidList"/>
    <dgm:cxn modelId="{BEDF9B30-1E39-41B0-8722-6BE0CBA534E5}" type="presOf" srcId="{7B4C4BE1-E4F0-4577-8F31-7A97100ADF09}" destId="{B5473D81-520F-43DB-AB50-58ABEB90C915}" srcOrd="0" destOrd="0" presId="urn:microsoft.com/office/officeart/2018/2/layout/IconVerticalSolidList"/>
    <dgm:cxn modelId="{B4AAF573-27FD-4FF6-A3EE-753CB85C4F2B}" srcId="{883E9AA3-1976-4936-A1BB-3AB2A02EEDC8}" destId="{0DC28E88-B7B9-4F51-92DB-E48A52CCF695}" srcOrd="1" destOrd="0" parTransId="{839A6511-E78A-4F7D-B9FD-D0F3B789A8E3}" sibTransId="{F7893BE9-6D46-4EDB-BA0F-8C37697A3086}"/>
    <dgm:cxn modelId="{6E527595-9B5A-49FE-8072-FE4F2E07B67C}" type="presOf" srcId="{B3EF084D-39F6-4815-B112-BEEB751D0AB2}" destId="{FFA355F9-BDA5-4AB6-AA2D-D11B071BC239}" srcOrd="0" destOrd="0" presId="urn:microsoft.com/office/officeart/2018/2/layout/IconVerticalSolidList"/>
    <dgm:cxn modelId="{5A4E04DA-3EB3-4DD2-BC89-BC188E3AACE5}" srcId="{883E9AA3-1976-4936-A1BB-3AB2A02EEDC8}" destId="{5C39A846-BFFB-42A7-8066-47012026A41A}" srcOrd="4" destOrd="0" parTransId="{3975F121-DF09-4679-BB33-B6D1D2AE1FFF}" sibTransId="{4B4D50E8-4771-49FA-A071-1CB77E29ED04}"/>
    <dgm:cxn modelId="{C83866E0-1E26-4F8F-96DA-5B9784368A82}" type="presOf" srcId="{5BD10EC0-2557-4BA4-83F2-2E8B86C88169}" destId="{07D29FF1-EFD0-4E40-8EB8-80C0F97EF859}" srcOrd="0" destOrd="0" presId="urn:microsoft.com/office/officeart/2018/2/layout/IconVerticalSolidList"/>
    <dgm:cxn modelId="{76F565EA-35A5-4498-9415-0E146F0E8B41}" type="presOf" srcId="{5C39A846-BFFB-42A7-8066-47012026A41A}" destId="{76CB2B04-144C-485A-AAB3-26F57973EBC6}" srcOrd="0" destOrd="0" presId="urn:microsoft.com/office/officeart/2018/2/layout/IconVerticalSolidList"/>
    <dgm:cxn modelId="{ED86A6F0-A43C-464D-ACCF-0B6C1BAA1892}" srcId="{883E9AA3-1976-4936-A1BB-3AB2A02EEDC8}" destId="{B3EF084D-39F6-4815-B112-BEEB751D0AB2}" srcOrd="3" destOrd="0" parTransId="{2618FF08-D9D4-44DA-9877-76E525A1A385}" sibTransId="{C73C34B7-0277-4A50-922F-37A32E58FE10}"/>
    <dgm:cxn modelId="{B04F2AF6-E049-4229-9604-F857A92AE4E4}" srcId="{883E9AA3-1976-4936-A1BB-3AB2A02EEDC8}" destId="{7B4C4BE1-E4F0-4577-8F31-7A97100ADF09}" srcOrd="5" destOrd="0" parTransId="{422F5789-5459-4316-B7EB-0C5009B2C879}" sibTransId="{7D6020BD-9A68-43B1-9036-788B9206A34C}"/>
    <dgm:cxn modelId="{D9202C7E-816E-4B5B-A2A7-EF777354986F}" type="presParOf" srcId="{DA096F1C-C21B-491B-B793-323DA1482729}" destId="{611F58A3-05B2-42FD-AD12-11D945329A55}" srcOrd="0" destOrd="0" presId="urn:microsoft.com/office/officeart/2018/2/layout/IconVerticalSolidList"/>
    <dgm:cxn modelId="{E93811DD-B79A-4C54-B81B-970AAF6BCC4F}" type="presParOf" srcId="{611F58A3-05B2-42FD-AD12-11D945329A55}" destId="{F70DBCAE-35DA-49DE-A67F-C55A7E3B5919}" srcOrd="0" destOrd="0" presId="urn:microsoft.com/office/officeart/2018/2/layout/IconVerticalSolidList"/>
    <dgm:cxn modelId="{8D7FDF3B-3133-4E6F-9D4E-1560864EE39F}" type="presParOf" srcId="{611F58A3-05B2-42FD-AD12-11D945329A55}" destId="{BE8F8B91-AED7-4B8A-A435-0EC3930E48FB}" srcOrd="1" destOrd="0" presId="urn:microsoft.com/office/officeart/2018/2/layout/IconVerticalSolidList"/>
    <dgm:cxn modelId="{B4A905F6-0C33-4F18-8ADE-7D64A2F47862}" type="presParOf" srcId="{611F58A3-05B2-42FD-AD12-11D945329A55}" destId="{6178403A-78B6-466A-A2CE-6D438CB081A5}" srcOrd="2" destOrd="0" presId="urn:microsoft.com/office/officeart/2018/2/layout/IconVerticalSolidList"/>
    <dgm:cxn modelId="{C9D82C22-5264-4323-A93C-1AFB98A17D51}" type="presParOf" srcId="{611F58A3-05B2-42FD-AD12-11D945329A55}" destId="{07D29FF1-EFD0-4E40-8EB8-80C0F97EF859}" srcOrd="3" destOrd="0" presId="urn:microsoft.com/office/officeart/2018/2/layout/IconVerticalSolidList"/>
    <dgm:cxn modelId="{1A04CBC1-791E-42AE-AC91-8571EE711D22}" type="presParOf" srcId="{DA096F1C-C21B-491B-B793-323DA1482729}" destId="{03490DAF-FFC0-4E4B-97CA-194D9FD347AF}" srcOrd="1" destOrd="0" presId="urn:microsoft.com/office/officeart/2018/2/layout/IconVerticalSolidList"/>
    <dgm:cxn modelId="{0608C9FC-FD50-41B3-ACCC-C9D902E2D3DC}" type="presParOf" srcId="{DA096F1C-C21B-491B-B793-323DA1482729}" destId="{A31D2227-51D6-442C-82D5-52855547AAC8}" srcOrd="2" destOrd="0" presId="urn:microsoft.com/office/officeart/2018/2/layout/IconVerticalSolidList"/>
    <dgm:cxn modelId="{FB5D3A24-EAB2-4B0C-AAF6-0A07B2A570DF}" type="presParOf" srcId="{A31D2227-51D6-442C-82D5-52855547AAC8}" destId="{533262C7-31D6-46A4-B956-7C6B66578E26}" srcOrd="0" destOrd="0" presId="urn:microsoft.com/office/officeart/2018/2/layout/IconVerticalSolidList"/>
    <dgm:cxn modelId="{FBE18A22-1C72-46AC-A930-D1E17047B446}" type="presParOf" srcId="{A31D2227-51D6-442C-82D5-52855547AAC8}" destId="{638F3D84-EEE2-445B-A84F-625F24171E49}" srcOrd="1" destOrd="0" presId="urn:microsoft.com/office/officeart/2018/2/layout/IconVerticalSolidList"/>
    <dgm:cxn modelId="{7F85267A-51C0-4B41-83F8-DB5E14EA7198}" type="presParOf" srcId="{A31D2227-51D6-442C-82D5-52855547AAC8}" destId="{E6781A8B-5044-4363-B44C-9143350B9A20}" srcOrd="2" destOrd="0" presId="urn:microsoft.com/office/officeart/2018/2/layout/IconVerticalSolidList"/>
    <dgm:cxn modelId="{D9033FBF-DE69-4512-BEA6-C2BA08C6DDE6}" type="presParOf" srcId="{A31D2227-51D6-442C-82D5-52855547AAC8}" destId="{FB108DD7-DDD1-4D89-AA97-760BABE70A57}" srcOrd="3" destOrd="0" presId="urn:microsoft.com/office/officeart/2018/2/layout/IconVerticalSolidList"/>
    <dgm:cxn modelId="{66D915DD-999B-498D-B1A5-C6D45412BD91}" type="presParOf" srcId="{DA096F1C-C21B-491B-B793-323DA1482729}" destId="{0CC4F742-6320-49AA-BB7E-F95D4C023F62}" srcOrd="3" destOrd="0" presId="urn:microsoft.com/office/officeart/2018/2/layout/IconVerticalSolidList"/>
    <dgm:cxn modelId="{A89720CB-E62E-4C2E-B8C0-1E5EAC178FD7}" type="presParOf" srcId="{DA096F1C-C21B-491B-B793-323DA1482729}" destId="{5231E223-B22A-4C62-ACEF-BFDF3CFE8345}" srcOrd="4" destOrd="0" presId="urn:microsoft.com/office/officeart/2018/2/layout/IconVerticalSolidList"/>
    <dgm:cxn modelId="{5F3E9C13-397F-420D-91D0-C8D281976396}" type="presParOf" srcId="{5231E223-B22A-4C62-ACEF-BFDF3CFE8345}" destId="{2C66FCC5-C4FC-4256-8C24-1A56A66A10CF}" srcOrd="0" destOrd="0" presId="urn:microsoft.com/office/officeart/2018/2/layout/IconVerticalSolidList"/>
    <dgm:cxn modelId="{FBA79861-CC9E-4B07-B76E-7040D4D5BB8A}" type="presParOf" srcId="{5231E223-B22A-4C62-ACEF-BFDF3CFE8345}" destId="{3C1DA1E7-BA68-4880-82F0-FCB20B897C2B}" srcOrd="1" destOrd="0" presId="urn:microsoft.com/office/officeart/2018/2/layout/IconVerticalSolidList"/>
    <dgm:cxn modelId="{54FB37E4-F5E5-4516-AE10-EEC1D5C759C0}" type="presParOf" srcId="{5231E223-B22A-4C62-ACEF-BFDF3CFE8345}" destId="{28AA7A9D-3DBF-40AC-B21A-73A845922725}" srcOrd="2" destOrd="0" presId="urn:microsoft.com/office/officeart/2018/2/layout/IconVerticalSolidList"/>
    <dgm:cxn modelId="{978B69BE-1D12-4A9E-ADF6-5B3BC97FC8EC}" type="presParOf" srcId="{5231E223-B22A-4C62-ACEF-BFDF3CFE8345}" destId="{D93F56BC-C5B8-4555-B408-D207F116E909}" srcOrd="3" destOrd="0" presId="urn:microsoft.com/office/officeart/2018/2/layout/IconVerticalSolidList"/>
    <dgm:cxn modelId="{F0C09AA1-4811-4647-8975-4FF9103B05E5}" type="presParOf" srcId="{DA096F1C-C21B-491B-B793-323DA1482729}" destId="{CB2504F9-B257-4B21-AD19-E45F365B127E}" srcOrd="5" destOrd="0" presId="urn:microsoft.com/office/officeart/2018/2/layout/IconVerticalSolidList"/>
    <dgm:cxn modelId="{B2C059F8-1167-4D6E-A4EE-6CDCD9AC334F}" type="presParOf" srcId="{DA096F1C-C21B-491B-B793-323DA1482729}" destId="{219A7FB2-1A18-4989-9B58-1994E4A6B12D}" srcOrd="6" destOrd="0" presId="urn:microsoft.com/office/officeart/2018/2/layout/IconVerticalSolidList"/>
    <dgm:cxn modelId="{25BA902E-EA36-418E-977D-7024F74974F0}" type="presParOf" srcId="{219A7FB2-1A18-4989-9B58-1994E4A6B12D}" destId="{17653247-CD76-46CE-8682-C94420BE4590}" srcOrd="0" destOrd="0" presId="urn:microsoft.com/office/officeart/2018/2/layout/IconVerticalSolidList"/>
    <dgm:cxn modelId="{0B3CA2CA-D448-4285-BCE0-604231B501D4}" type="presParOf" srcId="{219A7FB2-1A18-4989-9B58-1994E4A6B12D}" destId="{56044761-B9F8-44B4-9E7F-922A275CEC6E}" srcOrd="1" destOrd="0" presId="urn:microsoft.com/office/officeart/2018/2/layout/IconVerticalSolidList"/>
    <dgm:cxn modelId="{5A76DC8C-EE61-4D0F-95FB-324A2654F280}" type="presParOf" srcId="{219A7FB2-1A18-4989-9B58-1994E4A6B12D}" destId="{A080E611-2AAA-4367-AB39-C42EBCFD3F93}" srcOrd="2" destOrd="0" presId="urn:microsoft.com/office/officeart/2018/2/layout/IconVerticalSolidList"/>
    <dgm:cxn modelId="{ED4443A2-B236-4570-BB97-DD64E1074991}" type="presParOf" srcId="{219A7FB2-1A18-4989-9B58-1994E4A6B12D}" destId="{FFA355F9-BDA5-4AB6-AA2D-D11B071BC239}" srcOrd="3" destOrd="0" presId="urn:microsoft.com/office/officeart/2018/2/layout/IconVerticalSolidList"/>
    <dgm:cxn modelId="{706D6155-01EF-497A-AF32-E3B54A447E45}" type="presParOf" srcId="{DA096F1C-C21B-491B-B793-323DA1482729}" destId="{91442BB9-2F27-45E4-A932-938863AD0F1E}" srcOrd="7" destOrd="0" presId="urn:microsoft.com/office/officeart/2018/2/layout/IconVerticalSolidList"/>
    <dgm:cxn modelId="{03056833-6571-480E-9E3C-7477A91CB1A4}" type="presParOf" srcId="{DA096F1C-C21B-491B-B793-323DA1482729}" destId="{8AB36665-AB8D-46A4-9D82-E4843661C8D9}" srcOrd="8" destOrd="0" presId="urn:microsoft.com/office/officeart/2018/2/layout/IconVerticalSolidList"/>
    <dgm:cxn modelId="{509C6F9A-F5A4-4AFF-ABEC-5B10BB1B41A2}" type="presParOf" srcId="{8AB36665-AB8D-46A4-9D82-E4843661C8D9}" destId="{38473AA1-8AED-45E6-82F2-82550268AFB7}" srcOrd="0" destOrd="0" presId="urn:microsoft.com/office/officeart/2018/2/layout/IconVerticalSolidList"/>
    <dgm:cxn modelId="{5BDF60A5-C3D2-4E82-8CAF-B93E8C8679CF}" type="presParOf" srcId="{8AB36665-AB8D-46A4-9D82-E4843661C8D9}" destId="{04B9729D-7A80-4771-9B85-7DBF70C735A3}" srcOrd="1" destOrd="0" presId="urn:microsoft.com/office/officeart/2018/2/layout/IconVerticalSolidList"/>
    <dgm:cxn modelId="{129BA2B7-9A71-4323-B8C4-CE5219FF4E2F}" type="presParOf" srcId="{8AB36665-AB8D-46A4-9D82-E4843661C8D9}" destId="{B9F9B9E4-E97B-48C4-862E-4DFCE107C133}" srcOrd="2" destOrd="0" presId="urn:microsoft.com/office/officeart/2018/2/layout/IconVerticalSolidList"/>
    <dgm:cxn modelId="{7A361CF1-BDF1-4D3E-9238-9D12C8C37B0E}" type="presParOf" srcId="{8AB36665-AB8D-46A4-9D82-E4843661C8D9}" destId="{76CB2B04-144C-485A-AAB3-26F57973EBC6}" srcOrd="3" destOrd="0" presId="urn:microsoft.com/office/officeart/2018/2/layout/IconVerticalSolidList"/>
    <dgm:cxn modelId="{6E9B81EB-8965-48C6-AF71-29912BC60C89}" type="presParOf" srcId="{DA096F1C-C21B-491B-B793-323DA1482729}" destId="{05D71268-7CD6-4912-84EC-062D8A8545C0}" srcOrd="9" destOrd="0" presId="urn:microsoft.com/office/officeart/2018/2/layout/IconVerticalSolidList"/>
    <dgm:cxn modelId="{C213BCC5-05C9-4749-8F5C-23BF0F0A0C3A}" type="presParOf" srcId="{DA096F1C-C21B-491B-B793-323DA1482729}" destId="{5335F719-59D2-4B9B-8D35-32ED23B89828}" srcOrd="10" destOrd="0" presId="urn:microsoft.com/office/officeart/2018/2/layout/IconVerticalSolidList"/>
    <dgm:cxn modelId="{807906F7-84C0-4C94-8F25-65CB065984F6}" type="presParOf" srcId="{5335F719-59D2-4B9B-8D35-32ED23B89828}" destId="{5EB49460-7CD1-4FA9-ABF0-3469DEBC2E77}" srcOrd="0" destOrd="0" presId="urn:microsoft.com/office/officeart/2018/2/layout/IconVerticalSolidList"/>
    <dgm:cxn modelId="{34B9384A-042B-479C-A65D-71DD0732A65D}" type="presParOf" srcId="{5335F719-59D2-4B9B-8D35-32ED23B89828}" destId="{AD57B549-4760-48C4-8422-7BF8CF734C2C}" srcOrd="1" destOrd="0" presId="urn:microsoft.com/office/officeart/2018/2/layout/IconVerticalSolidList"/>
    <dgm:cxn modelId="{96A6B7B6-D776-481E-8FC5-605E1BA31DEA}" type="presParOf" srcId="{5335F719-59D2-4B9B-8D35-32ED23B89828}" destId="{D459306D-6682-4323-835B-31B6B7041ADD}" srcOrd="2" destOrd="0" presId="urn:microsoft.com/office/officeart/2018/2/layout/IconVerticalSolidList"/>
    <dgm:cxn modelId="{88633D0E-1C64-46D2-91E3-BFE90B53E929}" type="presParOf" srcId="{5335F719-59D2-4B9B-8D35-32ED23B89828}" destId="{B5473D81-520F-43DB-AB50-58ABEB90C9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5F636-46CB-42E7-90F5-B78A551C8648}">
      <dsp:nvSpPr>
        <dsp:cNvPr id="0" name=""/>
        <dsp:cNvSpPr/>
      </dsp:nvSpPr>
      <dsp:spPr>
        <a:xfrm>
          <a:off x="0" y="435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424F7-DA48-4DA6-9584-E5F25762B074}">
      <dsp:nvSpPr>
        <dsp:cNvPr id="0" name=""/>
        <dsp:cNvSpPr/>
      </dsp:nvSpPr>
      <dsp:spPr>
        <a:xfrm>
          <a:off x="181306" y="135291"/>
          <a:ext cx="329647" cy="3296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79807-6CA0-4886-A3FD-F5F7E569B800}">
      <dsp:nvSpPr>
        <dsp:cNvPr id="0" name=""/>
        <dsp:cNvSpPr/>
      </dsp:nvSpPr>
      <dsp:spPr>
        <a:xfrm>
          <a:off x="692260" y="435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Desenvolver uma plataforma de AutoML no-</a:t>
          </a:r>
          <a:r>
            <a:rPr lang="pt-BR" sz="1600" kern="1200" err="1"/>
            <a:t>code</a:t>
          </a:r>
          <a:r>
            <a:rPr lang="pt-BR" sz="1600" kern="1200"/>
            <a:t> capaz de:</a:t>
          </a:r>
          <a:endParaRPr lang="en-US" sz="1600" kern="1200"/>
        </a:p>
      </dsp:txBody>
      <dsp:txXfrm>
        <a:off x="692260" y="435"/>
        <a:ext cx="10662759" cy="599359"/>
      </dsp:txXfrm>
    </dsp:sp>
    <dsp:sp modelId="{BD9AE440-B067-4C69-80D6-2FB0D5EC3EDF}">
      <dsp:nvSpPr>
        <dsp:cNvPr id="0" name=""/>
        <dsp:cNvSpPr/>
      </dsp:nvSpPr>
      <dsp:spPr>
        <a:xfrm>
          <a:off x="0" y="749635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36432-B4C6-45CA-8BB4-545ACC455246}">
      <dsp:nvSpPr>
        <dsp:cNvPr id="0" name=""/>
        <dsp:cNvSpPr/>
      </dsp:nvSpPr>
      <dsp:spPr>
        <a:xfrm>
          <a:off x="181306" y="884491"/>
          <a:ext cx="329647" cy="3296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4609F-12E6-45C3-B423-46F35DC8CA37}">
      <dsp:nvSpPr>
        <dsp:cNvPr id="0" name=""/>
        <dsp:cNvSpPr/>
      </dsp:nvSpPr>
      <dsp:spPr>
        <a:xfrm>
          <a:off x="692260" y="749635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Realizar pré-processamento na base de dados </a:t>
          </a:r>
          <a:endParaRPr lang="en-US" sz="1600" kern="1200"/>
        </a:p>
      </dsp:txBody>
      <dsp:txXfrm>
        <a:off x="692260" y="749635"/>
        <a:ext cx="10662759" cy="599359"/>
      </dsp:txXfrm>
    </dsp:sp>
    <dsp:sp modelId="{554162B5-CFC4-4688-92C9-6B3617023E79}">
      <dsp:nvSpPr>
        <dsp:cNvPr id="0" name=""/>
        <dsp:cNvSpPr/>
      </dsp:nvSpPr>
      <dsp:spPr>
        <a:xfrm>
          <a:off x="0" y="14988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6EC30-75A5-49D1-AE68-66EF660F6047}">
      <dsp:nvSpPr>
        <dsp:cNvPr id="0" name=""/>
        <dsp:cNvSpPr/>
      </dsp:nvSpPr>
      <dsp:spPr>
        <a:xfrm>
          <a:off x="181306" y="1633690"/>
          <a:ext cx="329647" cy="3296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E9C9E-05A8-4BC6-800A-04F7C8FF83D4}">
      <dsp:nvSpPr>
        <dsp:cNvPr id="0" name=""/>
        <dsp:cNvSpPr/>
      </dsp:nvSpPr>
      <dsp:spPr>
        <a:xfrm>
          <a:off x="692260" y="14988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Treinar modelos de classificação e regressão</a:t>
          </a:r>
          <a:endParaRPr lang="en-US" sz="1600" kern="1200"/>
        </a:p>
      </dsp:txBody>
      <dsp:txXfrm>
        <a:off x="692260" y="1498834"/>
        <a:ext cx="10662759" cy="599359"/>
      </dsp:txXfrm>
    </dsp:sp>
    <dsp:sp modelId="{AD8DDB25-EF8B-4C65-8615-01BA37F56A40}">
      <dsp:nvSpPr>
        <dsp:cNvPr id="0" name=""/>
        <dsp:cNvSpPr/>
      </dsp:nvSpPr>
      <dsp:spPr>
        <a:xfrm>
          <a:off x="0" y="22480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EF899-4EC4-4E0C-A313-7FE51C4E52CC}">
      <dsp:nvSpPr>
        <dsp:cNvPr id="0" name=""/>
        <dsp:cNvSpPr/>
      </dsp:nvSpPr>
      <dsp:spPr>
        <a:xfrm>
          <a:off x="181306" y="2382890"/>
          <a:ext cx="329647" cy="3296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BFF22-755E-4517-BE9A-8972FB1C788B}">
      <dsp:nvSpPr>
        <dsp:cNvPr id="0" name=""/>
        <dsp:cNvSpPr/>
      </dsp:nvSpPr>
      <dsp:spPr>
        <a:xfrm>
          <a:off x="692260" y="22480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Avaliar e exibir métricas adequadas</a:t>
          </a:r>
          <a:endParaRPr lang="en-US" sz="1600" kern="1200"/>
        </a:p>
      </dsp:txBody>
      <dsp:txXfrm>
        <a:off x="692260" y="2248034"/>
        <a:ext cx="10662759" cy="599359"/>
      </dsp:txXfrm>
    </dsp:sp>
    <dsp:sp modelId="{1226E824-5732-422D-AAAB-B4D7DC0E54FD}">
      <dsp:nvSpPr>
        <dsp:cNvPr id="0" name=""/>
        <dsp:cNvSpPr/>
      </dsp:nvSpPr>
      <dsp:spPr>
        <a:xfrm>
          <a:off x="0" y="29972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32D40-DDB6-4C8E-B3C5-56A729D59798}">
      <dsp:nvSpPr>
        <dsp:cNvPr id="0" name=""/>
        <dsp:cNvSpPr/>
      </dsp:nvSpPr>
      <dsp:spPr>
        <a:xfrm>
          <a:off x="181306" y="3132090"/>
          <a:ext cx="329647" cy="3296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74503-E036-464E-9D57-5417F0B47442}">
      <dsp:nvSpPr>
        <dsp:cNvPr id="0" name=""/>
        <dsp:cNvSpPr/>
      </dsp:nvSpPr>
      <dsp:spPr>
        <a:xfrm>
          <a:off x="692260" y="29972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Gerar artefatos para download</a:t>
          </a:r>
          <a:endParaRPr lang="en-US" sz="1600" kern="1200"/>
        </a:p>
      </dsp:txBody>
      <dsp:txXfrm>
        <a:off x="692260" y="2997234"/>
        <a:ext cx="10662759" cy="599359"/>
      </dsp:txXfrm>
    </dsp:sp>
    <dsp:sp modelId="{5337BFF9-8161-4ABD-9744-CA2CFE35D8C5}">
      <dsp:nvSpPr>
        <dsp:cNvPr id="0" name=""/>
        <dsp:cNvSpPr/>
      </dsp:nvSpPr>
      <dsp:spPr>
        <a:xfrm>
          <a:off x="0" y="3746434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275F6-3A58-43B6-A627-1C0C19E3DFBC}">
      <dsp:nvSpPr>
        <dsp:cNvPr id="0" name=""/>
        <dsp:cNvSpPr/>
      </dsp:nvSpPr>
      <dsp:spPr>
        <a:xfrm>
          <a:off x="181306" y="3881290"/>
          <a:ext cx="329647" cy="3296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B0A64-3341-4EB2-A462-E34A4D9796A5}">
      <dsp:nvSpPr>
        <dsp:cNvPr id="0" name=""/>
        <dsp:cNvSpPr/>
      </dsp:nvSpPr>
      <dsp:spPr>
        <a:xfrm>
          <a:off x="692260" y="3746434"/>
          <a:ext cx="10662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Disponibilizar o modelo via API ou execução em batch</a:t>
          </a:r>
          <a:endParaRPr lang="en-US" sz="1600" kern="1200"/>
        </a:p>
      </dsp:txBody>
      <dsp:txXfrm>
        <a:off x="692260" y="3746434"/>
        <a:ext cx="10662759" cy="599359"/>
      </dsp:txXfrm>
    </dsp:sp>
    <dsp:sp modelId="{5DAEAD62-59B9-424C-A5B0-B16325428D64}">
      <dsp:nvSpPr>
        <dsp:cNvPr id="0" name=""/>
        <dsp:cNvSpPr/>
      </dsp:nvSpPr>
      <dsp:spPr>
        <a:xfrm>
          <a:off x="0" y="4495633"/>
          <a:ext cx="11355020" cy="5993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49321-5180-4CAF-9FCF-B215C589B45D}">
      <dsp:nvSpPr>
        <dsp:cNvPr id="0" name=""/>
        <dsp:cNvSpPr/>
      </dsp:nvSpPr>
      <dsp:spPr>
        <a:xfrm>
          <a:off x="181306" y="4630489"/>
          <a:ext cx="329647" cy="32964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EE492-E2A5-4DD9-B4B8-CFB5254886C9}">
      <dsp:nvSpPr>
        <dsp:cNvPr id="0" name=""/>
        <dsp:cNvSpPr/>
      </dsp:nvSpPr>
      <dsp:spPr>
        <a:xfrm>
          <a:off x="692260" y="4495633"/>
          <a:ext cx="5109759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Os times deverão utilizar os mesmos datasets</a:t>
          </a:r>
          <a:endParaRPr lang="en-US" sz="1600" kern="1200"/>
        </a:p>
      </dsp:txBody>
      <dsp:txXfrm>
        <a:off x="692260" y="4495633"/>
        <a:ext cx="5109759" cy="599359"/>
      </dsp:txXfrm>
    </dsp:sp>
    <dsp:sp modelId="{978E3608-9C38-4DD0-A38C-284349708D5D}">
      <dsp:nvSpPr>
        <dsp:cNvPr id="0" name=""/>
        <dsp:cNvSpPr/>
      </dsp:nvSpPr>
      <dsp:spPr>
        <a:xfrm>
          <a:off x="5802019" y="4495633"/>
          <a:ext cx="5553000" cy="599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32" tIns="63432" rIns="63432" bIns="6343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Para classificação: </a:t>
          </a:r>
          <a:r>
            <a:rPr lang="en-US" sz="1200" kern="1200">
              <a:hlinkClick xmlns:r="http://schemas.openxmlformats.org/officeDocument/2006/relationships" r:id="rId15"/>
            </a:rPr>
            <a:t>Titanic - Machine Learning from Disaster | Kaggle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Para regressão: </a:t>
          </a:r>
          <a:r>
            <a:rPr lang="en-US" sz="1200" kern="1200">
              <a:hlinkClick xmlns:r="http://schemas.openxmlformats.org/officeDocument/2006/relationships" r:id="rId16"/>
            </a:rPr>
            <a:t>House Prices - Advanced Regression Techniques | Kaggle</a:t>
          </a:r>
          <a:endParaRPr lang="en-US" sz="1200" kern="1200"/>
        </a:p>
      </dsp:txBody>
      <dsp:txXfrm>
        <a:off x="5802019" y="4495633"/>
        <a:ext cx="5553000" cy="5993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F04DA1-A3D7-4132-860B-C9C4C7796571}">
      <dsp:nvSpPr>
        <dsp:cNvPr id="0" name=""/>
        <dsp:cNvSpPr/>
      </dsp:nvSpPr>
      <dsp:spPr>
        <a:xfrm>
          <a:off x="0" y="2488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47BD3-6666-4BB3-8821-425859F00532}">
      <dsp:nvSpPr>
        <dsp:cNvPr id="0" name=""/>
        <dsp:cNvSpPr/>
      </dsp:nvSpPr>
      <dsp:spPr>
        <a:xfrm>
          <a:off x="0" y="2488"/>
          <a:ext cx="2271004" cy="169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Classificação</a:t>
          </a:r>
          <a:endParaRPr lang="en-US" sz="1500" kern="1200"/>
        </a:p>
      </dsp:txBody>
      <dsp:txXfrm>
        <a:off x="0" y="2488"/>
        <a:ext cx="2271004" cy="1696817"/>
      </dsp:txXfrm>
    </dsp:sp>
    <dsp:sp modelId="{4E0AB333-2154-48DF-A8F3-F6BDA386017C}">
      <dsp:nvSpPr>
        <dsp:cNvPr id="0" name=""/>
        <dsp:cNvSpPr/>
      </dsp:nvSpPr>
      <dsp:spPr>
        <a:xfrm>
          <a:off x="2441329" y="18478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Acurácia</a:t>
          </a:r>
          <a:endParaRPr lang="en-US" sz="1400" kern="1200"/>
        </a:p>
      </dsp:txBody>
      <dsp:txXfrm>
        <a:off x="2441329" y="18478"/>
        <a:ext cx="8913690" cy="319810"/>
      </dsp:txXfrm>
    </dsp:sp>
    <dsp:sp modelId="{53E1DD49-926C-40F6-BD77-C6D1CB57FE72}">
      <dsp:nvSpPr>
        <dsp:cNvPr id="0" name=""/>
        <dsp:cNvSpPr/>
      </dsp:nvSpPr>
      <dsp:spPr>
        <a:xfrm>
          <a:off x="2271004" y="338288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04CE3-7102-4425-BC2E-DCB24C20779B}">
      <dsp:nvSpPr>
        <dsp:cNvPr id="0" name=""/>
        <dsp:cNvSpPr/>
      </dsp:nvSpPr>
      <dsp:spPr>
        <a:xfrm>
          <a:off x="2441329" y="354279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Precision e Recall</a:t>
          </a:r>
          <a:endParaRPr lang="en-US" sz="1400" kern="1200"/>
        </a:p>
      </dsp:txBody>
      <dsp:txXfrm>
        <a:off x="2441329" y="354279"/>
        <a:ext cx="8913690" cy="319810"/>
      </dsp:txXfrm>
    </dsp:sp>
    <dsp:sp modelId="{AB2B6E45-57D8-461E-9D13-4C9375231C89}">
      <dsp:nvSpPr>
        <dsp:cNvPr id="0" name=""/>
        <dsp:cNvSpPr/>
      </dsp:nvSpPr>
      <dsp:spPr>
        <a:xfrm>
          <a:off x="2271004" y="674089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07DA8-4794-4FE9-8BCC-B16C9716114B}">
      <dsp:nvSpPr>
        <dsp:cNvPr id="0" name=""/>
        <dsp:cNvSpPr/>
      </dsp:nvSpPr>
      <dsp:spPr>
        <a:xfrm>
          <a:off x="2441329" y="690080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Matriz de Confusão</a:t>
          </a:r>
          <a:endParaRPr lang="en-US" sz="1400" kern="1200"/>
        </a:p>
      </dsp:txBody>
      <dsp:txXfrm>
        <a:off x="2441329" y="690080"/>
        <a:ext cx="8913690" cy="319810"/>
      </dsp:txXfrm>
    </dsp:sp>
    <dsp:sp modelId="{AE9F72C9-FDC7-4A50-AA6B-F7F861B9FE2A}">
      <dsp:nvSpPr>
        <dsp:cNvPr id="0" name=""/>
        <dsp:cNvSpPr/>
      </dsp:nvSpPr>
      <dsp:spPr>
        <a:xfrm>
          <a:off x="2271004" y="1009890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14A95-8EA9-414F-8E53-52EC324C0CD1}">
      <dsp:nvSpPr>
        <dsp:cNvPr id="0" name=""/>
        <dsp:cNvSpPr/>
      </dsp:nvSpPr>
      <dsp:spPr>
        <a:xfrm>
          <a:off x="2441329" y="1025881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ROCAUC</a:t>
          </a:r>
          <a:endParaRPr lang="en-US" sz="1400" kern="1200"/>
        </a:p>
      </dsp:txBody>
      <dsp:txXfrm>
        <a:off x="2441329" y="1025881"/>
        <a:ext cx="8913690" cy="319810"/>
      </dsp:txXfrm>
    </dsp:sp>
    <dsp:sp modelId="{05D0DD72-C9A4-49E5-A8C2-49201362F9A3}">
      <dsp:nvSpPr>
        <dsp:cNvPr id="0" name=""/>
        <dsp:cNvSpPr/>
      </dsp:nvSpPr>
      <dsp:spPr>
        <a:xfrm>
          <a:off x="2271004" y="1345691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93489-0771-4692-BEEF-2CFD15140EBA}">
      <dsp:nvSpPr>
        <dsp:cNvPr id="0" name=""/>
        <dsp:cNvSpPr/>
      </dsp:nvSpPr>
      <dsp:spPr>
        <a:xfrm>
          <a:off x="2441329" y="1361682"/>
          <a:ext cx="8913690" cy="31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KS</a:t>
          </a:r>
          <a:endParaRPr lang="en-US" sz="1400" kern="1200"/>
        </a:p>
      </dsp:txBody>
      <dsp:txXfrm>
        <a:off x="2441329" y="1361682"/>
        <a:ext cx="8913690" cy="319810"/>
      </dsp:txXfrm>
    </dsp:sp>
    <dsp:sp modelId="{2C10CB62-1F33-4713-9DB5-0D7CF71F9E02}">
      <dsp:nvSpPr>
        <dsp:cNvPr id="0" name=""/>
        <dsp:cNvSpPr/>
      </dsp:nvSpPr>
      <dsp:spPr>
        <a:xfrm>
          <a:off x="2271004" y="1681492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4419E-3F77-4CF8-BC46-C1E168A59EB0}">
      <dsp:nvSpPr>
        <dsp:cNvPr id="0" name=""/>
        <dsp:cNvSpPr/>
      </dsp:nvSpPr>
      <dsp:spPr>
        <a:xfrm>
          <a:off x="0" y="1699305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56C23-C0CB-4723-8A71-8A9A285CE228}">
      <dsp:nvSpPr>
        <dsp:cNvPr id="0" name=""/>
        <dsp:cNvSpPr/>
      </dsp:nvSpPr>
      <dsp:spPr>
        <a:xfrm>
          <a:off x="0" y="1699305"/>
          <a:ext cx="2271004" cy="169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Regressão</a:t>
          </a:r>
          <a:endParaRPr lang="en-US" sz="1500" kern="1200"/>
        </a:p>
      </dsp:txBody>
      <dsp:txXfrm>
        <a:off x="0" y="1699305"/>
        <a:ext cx="2271004" cy="1696817"/>
      </dsp:txXfrm>
    </dsp:sp>
    <dsp:sp modelId="{15307C10-475B-4D25-9C4E-E6C1AA8DDEC3}">
      <dsp:nvSpPr>
        <dsp:cNvPr id="0" name=""/>
        <dsp:cNvSpPr/>
      </dsp:nvSpPr>
      <dsp:spPr>
        <a:xfrm>
          <a:off x="2441329" y="1725818"/>
          <a:ext cx="8913690" cy="53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MSE</a:t>
          </a:r>
          <a:endParaRPr lang="en-US" sz="1400" kern="1200"/>
        </a:p>
      </dsp:txBody>
      <dsp:txXfrm>
        <a:off x="2441329" y="1725818"/>
        <a:ext cx="8913690" cy="530255"/>
      </dsp:txXfrm>
    </dsp:sp>
    <dsp:sp modelId="{6FCD9D4C-2A2A-479A-AA3D-86D5C49A6AA6}">
      <dsp:nvSpPr>
        <dsp:cNvPr id="0" name=""/>
        <dsp:cNvSpPr/>
      </dsp:nvSpPr>
      <dsp:spPr>
        <a:xfrm>
          <a:off x="2271004" y="2256073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7A4BD-392A-48A9-990E-88EC7C284452}">
      <dsp:nvSpPr>
        <dsp:cNvPr id="0" name=""/>
        <dsp:cNvSpPr/>
      </dsp:nvSpPr>
      <dsp:spPr>
        <a:xfrm>
          <a:off x="2441329" y="2282586"/>
          <a:ext cx="8913690" cy="53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MAPE</a:t>
          </a:r>
          <a:endParaRPr lang="en-US" sz="1400" kern="1200"/>
        </a:p>
      </dsp:txBody>
      <dsp:txXfrm>
        <a:off x="2441329" y="2282586"/>
        <a:ext cx="8913690" cy="530255"/>
      </dsp:txXfrm>
    </dsp:sp>
    <dsp:sp modelId="{EAA2759E-E68D-46B1-AF0D-5B02FBCB0055}">
      <dsp:nvSpPr>
        <dsp:cNvPr id="0" name=""/>
        <dsp:cNvSpPr/>
      </dsp:nvSpPr>
      <dsp:spPr>
        <a:xfrm>
          <a:off x="2271004" y="2812842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7E62A-E8D0-41A3-A89F-15932CBE07DF}">
      <dsp:nvSpPr>
        <dsp:cNvPr id="0" name=""/>
        <dsp:cNvSpPr/>
      </dsp:nvSpPr>
      <dsp:spPr>
        <a:xfrm>
          <a:off x="2441329" y="2839355"/>
          <a:ext cx="8913690" cy="530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R-quadrado</a:t>
          </a:r>
          <a:endParaRPr lang="en-US" sz="1400" kern="1200"/>
        </a:p>
      </dsp:txBody>
      <dsp:txXfrm>
        <a:off x="2441329" y="2839355"/>
        <a:ext cx="8913690" cy="530255"/>
      </dsp:txXfrm>
    </dsp:sp>
    <dsp:sp modelId="{505CA14D-C26D-4C9B-839B-09DEE89E51B5}">
      <dsp:nvSpPr>
        <dsp:cNvPr id="0" name=""/>
        <dsp:cNvSpPr/>
      </dsp:nvSpPr>
      <dsp:spPr>
        <a:xfrm>
          <a:off x="2271004" y="3369610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19E10-CA8E-4296-A77C-5F8C449A311D}">
      <dsp:nvSpPr>
        <dsp:cNvPr id="0" name=""/>
        <dsp:cNvSpPr/>
      </dsp:nvSpPr>
      <dsp:spPr>
        <a:xfrm>
          <a:off x="0" y="3396123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59281-71FD-4D9E-83A9-66A2A8407D63}">
      <dsp:nvSpPr>
        <dsp:cNvPr id="0" name=""/>
        <dsp:cNvSpPr/>
      </dsp:nvSpPr>
      <dsp:spPr>
        <a:xfrm>
          <a:off x="0" y="3396123"/>
          <a:ext cx="2271004" cy="1696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Bônus</a:t>
          </a:r>
          <a:r>
            <a:rPr lang="pt-BR" sz="1500" kern="1200"/>
            <a:t>: entregar métricas além das listadas acima e um processo de otimização para encontrar o ponto de corte que maximize métricas que dependem de um ponto de corte.</a:t>
          </a:r>
          <a:endParaRPr lang="en-US" sz="1500" kern="1200"/>
        </a:p>
      </dsp:txBody>
      <dsp:txXfrm>
        <a:off x="0" y="3396123"/>
        <a:ext cx="2271004" cy="16968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EC55F-5A76-42B4-91FC-DF198C749C1C}">
      <dsp:nvSpPr>
        <dsp:cNvPr id="0" name=""/>
        <dsp:cNvSpPr/>
      </dsp:nvSpPr>
      <dsp:spPr>
        <a:xfrm>
          <a:off x="1042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4BAE5-4198-417A-AF18-A202C553AD70}">
      <dsp:nvSpPr>
        <dsp:cNvPr id="0" name=""/>
        <dsp:cNvSpPr/>
      </dsp:nvSpPr>
      <dsp:spPr>
        <a:xfrm>
          <a:off x="547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Disponibilizar todos os modelos treinados para download</a:t>
          </a:r>
          <a:endParaRPr lang="en-US" sz="1500" kern="1200"/>
        </a:p>
      </dsp:txBody>
      <dsp:txXfrm>
        <a:off x="547510" y="2745577"/>
        <a:ext cx="1800000" cy="720000"/>
      </dsp:txXfrm>
    </dsp:sp>
    <dsp:sp modelId="{DF34EE42-2A81-4998-8AB0-64E1CB2D40B1}">
      <dsp:nvSpPr>
        <dsp:cNvPr id="0" name=""/>
        <dsp:cNvSpPr/>
      </dsp:nvSpPr>
      <dsp:spPr>
        <a:xfrm>
          <a:off x="3157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6CBB2-2220-45A6-AF02-AEF6DE63CE9C}">
      <dsp:nvSpPr>
        <dsp:cNvPr id="0" name=""/>
        <dsp:cNvSpPr/>
      </dsp:nvSpPr>
      <dsp:spPr>
        <a:xfrm>
          <a:off x="2662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Dataset de treinamento com as predições</a:t>
          </a:r>
          <a:endParaRPr lang="en-US" sz="1500" kern="1200" dirty="0"/>
        </a:p>
      </dsp:txBody>
      <dsp:txXfrm>
        <a:off x="2662510" y="2745577"/>
        <a:ext cx="1800000" cy="720000"/>
      </dsp:txXfrm>
    </dsp:sp>
    <dsp:sp modelId="{FB38B8AD-DB06-4335-B448-7531826F35BA}">
      <dsp:nvSpPr>
        <dsp:cNvPr id="0" name=""/>
        <dsp:cNvSpPr/>
      </dsp:nvSpPr>
      <dsp:spPr>
        <a:xfrm>
          <a:off x="5272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561F0-8547-4797-8CD8-0E0E654121A1}">
      <dsp:nvSpPr>
        <dsp:cNvPr id="0" name=""/>
        <dsp:cNvSpPr/>
      </dsp:nvSpPr>
      <dsp:spPr>
        <a:xfrm>
          <a:off x="4777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Tabela de métricas</a:t>
          </a:r>
          <a:endParaRPr lang="en-US" sz="1500" kern="1200"/>
        </a:p>
      </dsp:txBody>
      <dsp:txXfrm>
        <a:off x="4777510" y="2745577"/>
        <a:ext cx="1800000" cy="720000"/>
      </dsp:txXfrm>
    </dsp:sp>
    <dsp:sp modelId="{5300ADC0-1BB6-41C6-9154-B08B48493391}">
      <dsp:nvSpPr>
        <dsp:cNvPr id="0" name=""/>
        <dsp:cNvSpPr/>
      </dsp:nvSpPr>
      <dsp:spPr>
        <a:xfrm>
          <a:off x="7387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D1E06-D438-4C0A-B768-864070F480C4}">
      <dsp:nvSpPr>
        <dsp:cNvPr id="0" name=""/>
        <dsp:cNvSpPr/>
      </dsp:nvSpPr>
      <dsp:spPr>
        <a:xfrm>
          <a:off x="6892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Especificação do ambiente Python (requirements)</a:t>
          </a:r>
          <a:endParaRPr lang="en-US" sz="1500" kern="1200"/>
        </a:p>
      </dsp:txBody>
      <dsp:txXfrm>
        <a:off x="6892510" y="2745577"/>
        <a:ext cx="1800000" cy="720000"/>
      </dsp:txXfrm>
    </dsp:sp>
    <dsp:sp modelId="{B4EB653E-C6CE-4129-9495-5CD3E2C2EAB8}">
      <dsp:nvSpPr>
        <dsp:cNvPr id="0" name=""/>
        <dsp:cNvSpPr/>
      </dsp:nvSpPr>
      <dsp:spPr>
        <a:xfrm>
          <a:off x="9502510" y="1629851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C30FA-1732-4EC7-BECA-7DD3101E43E7}">
      <dsp:nvSpPr>
        <dsp:cNvPr id="0" name=""/>
        <dsp:cNvSpPr/>
      </dsp:nvSpPr>
      <dsp:spPr>
        <a:xfrm>
          <a:off x="9007510" y="274557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Endpoint da API e script de execução em batch</a:t>
          </a:r>
          <a:endParaRPr lang="en-US" sz="1500" kern="1200"/>
        </a:p>
      </dsp:txBody>
      <dsp:txXfrm>
        <a:off x="9007510" y="2745577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B92BE-EDAC-4865-9B10-7166A0678FE2}">
      <dsp:nvSpPr>
        <dsp:cNvPr id="0" name=""/>
        <dsp:cNvSpPr/>
      </dsp:nvSpPr>
      <dsp:spPr>
        <a:xfrm>
          <a:off x="0" y="291076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39E50-08D6-4496-ACDD-C55A1F2A86AF}">
      <dsp:nvSpPr>
        <dsp:cNvPr id="0" name=""/>
        <dsp:cNvSpPr/>
      </dsp:nvSpPr>
      <dsp:spPr>
        <a:xfrm>
          <a:off x="567751" y="99196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Upload do dataset</a:t>
          </a:r>
          <a:endParaRPr lang="en-US" sz="1300" kern="1200"/>
        </a:p>
      </dsp:txBody>
      <dsp:txXfrm>
        <a:off x="586485" y="117930"/>
        <a:ext cx="7911046" cy="346292"/>
      </dsp:txXfrm>
    </dsp:sp>
    <dsp:sp modelId="{B0A5518B-EBD3-40FE-B413-47998ABC8F3B}">
      <dsp:nvSpPr>
        <dsp:cNvPr id="0" name=""/>
        <dsp:cNvSpPr/>
      </dsp:nvSpPr>
      <dsp:spPr>
        <a:xfrm>
          <a:off x="0" y="880756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524E8-5C6D-4FAC-9C41-D39991F1AB2E}">
      <dsp:nvSpPr>
        <dsp:cNvPr id="0" name=""/>
        <dsp:cNvSpPr/>
      </dsp:nvSpPr>
      <dsp:spPr>
        <a:xfrm>
          <a:off x="567751" y="688876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Seleção automática de algoritmos</a:t>
          </a:r>
          <a:endParaRPr lang="en-US" sz="1300" kern="1200"/>
        </a:p>
      </dsp:txBody>
      <dsp:txXfrm>
        <a:off x="586485" y="707610"/>
        <a:ext cx="7911046" cy="346292"/>
      </dsp:txXfrm>
    </dsp:sp>
    <dsp:sp modelId="{81768BD8-1917-4792-AF50-9896820BF598}">
      <dsp:nvSpPr>
        <dsp:cNvPr id="0" name=""/>
        <dsp:cNvSpPr/>
      </dsp:nvSpPr>
      <dsp:spPr>
        <a:xfrm>
          <a:off x="0" y="1470436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A3628-4850-456C-9EAA-A7D1D892A2E2}">
      <dsp:nvSpPr>
        <dsp:cNvPr id="0" name=""/>
        <dsp:cNvSpPr/>
      </dsp:nvSpPr>
      <dsp:spPr>
        <a:xfrm>
          <a:off x="567751" y="1278556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Treinamento e comparação de modelos</a:t>
          </a:r>
          <a:endParaRPr lang="en-US" sz="1300" kern="1200"/>
        </a:p>
      </dsp:txBody>
      <dsp:txXfrm>
        <a:off x="586485" y="1297290"/>
        <a:ext cx="7911046" cy="346292"/>
      </dsp:txXfrm>
    </dsp:sp>
    <dsp:sp modelId="{56CCADD3-58DA-46C5-BB92-AA1F017186E2}">
      <dsp:nvSpPr>
        <dsp:cNvPr id="0" name=""/>
        <dsp:cNvSpPr/>
      </dsp:nvSpPr>
      <dsp:spPr>
        <a:xfrm>
          <a:off x="0" y="2060117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B59CA-832D-4B7C-BA4A-DE09586AB8AF}">
      <dsp:nvSpPr>
        <dsp:cNvPr id="0" name=""/>
        <dsp:cNvSpPr/>
      </dsp:nvSpPr>
      <dsp:spPr>
        <a:xfrm>
          <a:off x="567751" y="1868237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Exibição de métricas e escolha da melhor solução</a:t>
          </a:r>
          <a:endParaRPr lang="en-US" sz="1300" kern="1200"/>
        </a:p>
      </dsp:txBody>
      <dsp:txXfrm>
        <a:off x="586485" y="1886971"/>
        <a:ext cx="7911046" cy="346292"/>
      </dsp:txXfrm>
    </dsp:sp>
    <dsp:sp modelId="{C98FE17F-3651-47D5-AD01-FFFAE2E0DBB0}">
      <dsp:nvSpPr>
        <dsp:cNvPr id="0" name=""/>
        <dsp:cNvSpPr/>
      </dsp:nvSpPr>
      <dsp:spPr>
        <a:xfrm>
          <a:off x="0" y="2649797"/>
          <a:ext cx="11355020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276" tIns="270764" rIns="88127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O usuário deverá ser capaz de escolher se deseja fazer o deploy via API ou Batch.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Se for via API, um endpoint deve ser gerado.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Se for via Batch, uma tela com uma opção de subir um novo dataset (com mesmo schema do utilizado no treino) deve estar disponível para o usuário fazer o upload. O arquivo com as predições deve ser disponibilizado.</a:t>
          </a:r>
          <a:endParaRPr lang="en-US" sz="1300" kern="1200"/>
        </a:p>
      </dsp:txBody>
      <dsp:txXfrm>
        <a:off x="0" y="2649797"/>
        <a:ext cx="11355020" cy="1167075"/>
      </dsp:txXfrm>
    </dsp:sp>
    <dsp:sp modelId="{BE940E55-97F0-4B15-A399-0202841C28FE}">
      <dsp:nvSpPr>
        <dsp:cNvPr id="0" name=""/>
        <dsp:cNvSpPr/>
      </dsp:nvSpPr>
      <dsp:spPr>
        <a:xfrm>
          <a:off x="567751" y="2457917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Deploy do modelo: API ou batch</a:t>
          </a:r>
          <a:endParaRPr lang="en-US" sz="1300" kern="1200"/>
        </a:p>
      </dsp:txBody>
      <dsp:txXfrm>
        <a:off x="586485" y="2476651"/>
        <a:ext cx="7911046" cy="346292"/>
      </dsp:txXfrm>
    </dsp:sp>
    <dsp:sp modelId="{1475B35E-97FD-44DE-ACF3-D65F6F59B0B7}">
      <dsp:nvSpPr>
        <dsp:cNvPr id="0" name=""/>
        <dsp:cNvSpPr/>
      </dsp:nvSpPr>
      <dsp:spPr>
        <a:xfrm>
          <a:off x="0" y="4078952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692B7-06BF-493A-BDD8-6D7A7FB3334D}">
      <dsp:nvSpPr>
        <dsp:cNvPr id="0" name=""/>
        <dsp:cNvSpPr/>
      </dsp:nvSpPr>
      <dsp:spPr>
        <a:xfrm>
          <a:off x="567751" y="3887072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Download dos artefatos</a:t>
          </a:r>
          <a:endParaRPr lang="en-US" sz="1300" kern="1200"/>
        </a:p>
      </dsp:txBody>
      <dsp:txXfrm>
        <a:off x="586485" y="3905806"/>
        <a:ext cx="7911046" cy="346292"/>
      </dsp:txXfrm>
    </dsp:sp>
    <dsp:sp modelId="{55B332F7-F7D3-49E6-BB10-9ACC586BA914}">
      <dsp:nvSpPr>
        <dsp:cNvPr id="0" name=""/>
        <dsp:cNvSpPr/>
      </dsp:nvSpPr>
      <dsp:spPr>
        <a:xfrm>
          <a:off x="0" y="4668632"/>
          <a:ext cx="1135502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90A1C-FBED-4695-82A5-A17EBBC4A83F}">
      <dsp:nvSpPr>
        <dsp:cNvPr id="0" name=""/>
        <dsp:cNvSpPr/>
      </dsp:nvSpPr>
      <dsp:spPr>
        <a:xfrm>
          <a:off x="567751" y="4476752"/>
          <a:ext cx="7948514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435" tIns="0" rIns="30043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1" kern="1200"/>
            <a:t>Bônus</a:t>
          </a:r>
          <a:r>
            <a:rPr lang="pt-BR" sz="1300" kern="1200"/>
            <a:t>: entregar um link para a documentação da API.</a:t>
          </a:r>
          <a:endParaRPr lang="en-US" sz="1300" kern="1200"/>
        </a:p>
      </dsp:txBody>
      <dsp:txXfrm>
        <a:off x="586485" y="4495486"/>
        <a:ext cx="7911046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8F859-5CC4-4DCC-9C47-2410844224CB}">
      <dsp:nvSpPr>
        <dsp:cNvPr id="0" name=""/>
        <dsp:cNvSpPr/>
      </dsp:nvSpPr>
      <dsp:spPr>
        <a:xfrm>
          <a:off x="0" y="0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D194A-F495-4D9C-8AC2-D3D36F11AF3F}">
      <dsp:nvSpPr>
        <dsp:cNvPr id="0" name=""/>
        <dsp:cNvSpPr/>
      </dsp:nvSpPr>
      <dsp:spPr>
        <a:xfrm>
          <a:off x="0" y="0"/>
          <a:ext cx="2271004" cy="254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Os jurados irão:</a:t>
          </a:r>
          <a:endParaRPr lang="en-US" sz="2700" kern="1200"/>
        </a:p>
      </dsp:txBody>
      <dsp:txXfrm>
        <a:off x="0" y="0"/>
        <a:ext cx="2271004" cy="2547714"/>
      </dsp:txXfrm>
    </dsp:sp>
    <dsp:sp modelId="{E11F45D8-3DC1-4237-90B9-02E28255F71C}">
      <dsp:nvSpPr>
        <dsp:cNvPr id="0" name=""/>
        <dsp:cNvSpPr/>
      </dsp:nvSpPr>
      <dsp:spPr>
        <a:xfrm>
          <a:off x="2441329" y="29949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Subir dois datasets: de classificação e regressão</a:t>
          </a:r>
          <a:endParaRPr lang="en-US" sz="2700" kern="1200"/>
        </a:p>
      </dsp:txBody>
      <dsp:txXfrm>
        <a:off x="2441329" y="29949"/>
        <a:ext cx="8913690" cy="598986"/>
      </dsp:txXfrm>
    </dsp:sp>
    <dsp:sp modelId="{D9A79E33-6E8C-4AD4-A93B-2A08D39D4BFB}">
      <dsp:nvSpPr>
        <dsp:cNvPr id="0" name=""/>
        <dsp:cNvSpPr/>
      </dsp:nvSpPr>
      <dsp:spPr>
        <a:xfrm>
          <a:off x="2271004" y="628935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34A9A-8E4B-4750-9397-1F112C978F61}">
      <dsp:nvSpPr>
        <dsp:cNvPr id="0" name=""/>
        <dsp:cNvSpPr/>
      </dsp:nvSpPr>
      <dsp:spPr>
        <a:xfrm>
          <a:off x="2441329" y="658885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Executar todo o fluxo até o deploy</a:t>
          </a:r>
          <a:endParaRPr lang="en-US" sz="2700" kern="1200"/>
        </a:p>
      </dsp:txBody>
      <dsp:txXfrm>
        <a:off x="2441329" y="658885"/>
        <a:ext cx="8913690" cy="598986"/>
      </dsp:txXfrm>
    </dsp:sp>
    <dsp:sp modelId="{E8D88D46-187E-46B1-BD0E-FD4291EE8B86}">
      <dsp:nvSpPr>
        <dsp:cNvPr id="0" name=""/>
        <dsp:cNvSpPr/>
      </dsp:nvSpPr>
      <dsp:spPr>
        <a:xfrm>
          <a:off x="2271004" y="1257871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20D34-1CE3-47AE-B638-9ADDE82AED11}">
      <dsp:nvSpPr>
        <dsp:cNvPr id="0" name=""/>
        <dsp:cNvSpPr/>
      </dsp:nvSpPr>
      <dsp:spPr>
        <a:xfrm>
          <a:off x="2441329" y="1287821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Testar a API gerada</a:t>
          </a:r>
          <a:endParaRPr lang="en-US" sz="2700" kern="1200"/>
        </a:p>
      </dsp:txBody>
      <dsp:txXfrm>
        <a:off x="2441329" y="1287821"/>
        <a:ext cx="8913690" cy="598986"/>
      </dsp:txXfrm>
    </dsp:sp>
    <dsp:sp modelId="{9C259B7C-6F8A-49C2-B805-B960D441298F}">
      <dsp:nvSpPr>
        <dsp:cNvPr id="0" name=""/>
        <dsp:cNvSpPr/>
      </dsp:nvSpPr>
      <dsp:spPr>
        <a:xfrm>
          <a:off x="2271004" y="1886807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674D1-C01F-4B43-9453-C53E7B7A9E3E}">
      <dsp:nvSpPr>
        <dsp:cNvPr id="0" name=""/>
        <dsp:cNvSpPr/>
      </dsp:nvSpPr>
      <dsp:spPr>
        <a:xfrm>
          <a:off x="2441329" y="1916757"/>
          <a:ext cx="8913690" cy="598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Testar o fluxo de predição em batch</a:t>
          </a:r>
          <a:endParaRPr lang="en-US" sz="2700" kern="1200" dirty="0"/>
        </a:p>
      </dsp:txBody>
      <dsp:txXfrm>
        <a:off x="2441329" y="1916757"/>
        <a:ext cx="8913690" cy="598986"/>
      </dsp:txXfrm>
    </dsp:sp>
    <dsp:sp modelId="{F6116475-6D02-4F75-B015-1526AE3CBC71}">
      <dsp:nvSpPr>
        <dsp:cNvPr id="0" name=""/>
        <dsp:cNvSpPr/>
      </dsp:nvSpPr>
      <dsp:spPr>
        <a:xfrm>
          <a:off x="2271004" y="2515743"/>
          <a:ext cx="90840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F1673-EA50-49C9-92BB-601EB69996AC}">
      <dsp:nvSpPr>
        <dsp:cNvPr id="0" name=""/>
        <dsp:cNvSpPr/>
      </dsp:nvSpPr>
      <dsp:spPr>
        <a:xfrm>
          <a:off x="0" y="2547714"/>
          <a:ext cx="11355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F1F0-C6C0-4F3D-9743-B02BA3477F35}">
      <dsp:nvSpPr>
        <dsp:cNvPr id="0" name=""/>
        <dsp:cNvSpPr/>
      </dsp:nvSpPr>
      <dsp:spPr>
        <a:xfrm>
          <a:off x="0" y="2547714"/>
          <a:ext cx="2271004" cy="254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Ganha quem entregar melhor </a:t>
          </a:r>
          <a:r>
            <a:rPr lang="pt-BR" sz="2700" b="1" kern="1200"/>
            <a:t>performance + completude + usabilidade</a:t>
          </a:r>
          <a:endParaRPr lang="en-US" sz="2700" kern="1200"/>
        </a:p>
      </dsp:txBody>
      <dsp:txXfrm>
        <a:off x="0" y="2547714"/>
        <a:ext cx="2271004" cy="25477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DBCAE-35DA-49DE-A67F-C55A7E3B5919}">
      <dsp:nvSpPr>
        <dsp:cNvPr id="0" name=""/>
        <dsp:cNvSpPr/>
      </dsp:nvSpPr>
      <dsp:spPr>
        <a:xfrm>
          <a:off x="0" y="1648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F8B91-AED7-4B8A-A435-0EC3930E48FB}">
      <dsp:nvSpPr>
        <dsp:cNvPr id="0" name=""/>
        <dsp:cNvSpPr/>
      </dsp:nvSpPr>
      <dsp:spPr>
        <a:xfrm>
          <a:off x="212464" y="159679"/>
          <a:ext cx="386299" cy="38629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29FF1-EFD0-4E40-8EB8-80C0F97EF859}">
      <dsp:nvSpPr>
        <dsp:cNvPr id="0" name=""/>
        <dsp:cNvSpPr/>
      </dsp:nvSpPr>
      <dsp:spPr>
        <a:xfrm>
          <a:off x="811229" y="1648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02/02: </a:t>
          </a:r>
          <a:r>
            <a:rPr lang="en-US" sz="1900" kern="1200" dirty="0" err="1"/>
            <a:t>Viagem</a:t>
          </a:r>
          <a:r>
            <a:rPr lang="en-US" sz="1900" kern="1200" dirty="0"/>
            <a:t> de </a:t>
          </a:r>
          <a:r>
            <a:rPr lang="en-US" sz="1900" kern="1200" dirty="0" err="1"/>
            <a:t>ida</a:t>
          </a:r>
          <a:r>
            <a:rPr lang="en-US" sz="1900" kern="1200" dirty="0"/>
            <a:t> (</a:t>
          </a:r>
          <a:r>
            <a:rPr lang="en-US" sz="1900" kern="1200" dirty="0" err="1"/>
            <a:t>manhã</a:t>
          </a:r>
          <a:r>
            <a:rPr lang="en-US" sz="1900" kern="1200" dirty="0"/>
            <a:t>) + </a:t>
          </a:r>
          <a:r>
            <a:rPr lang="en-US" sz="1900" kern="1200" dirty="0" err="1"/>
            <a:t>Abertura</a:t>
          </a:r>
          <a:r>
            <a:rPr lang="en-US" sz="1900" kern="1200" dirty="0"/>
            <a:t> do Hackathon (</a:t>
          </a:r>
          <a:r>
            <a:rPr lang="en-US" sz="1900" kern="1200" dirty="0" err="1"/>
            <a:t>tarde</a:t>
          </a:r>
          <a:r>
            <a:rPr lang="en-US" sz="1900" kern="1200" dirty="0"/>
            <a:t>)</a:t>
          </a:r>
        </a:p>
      </dsp:txBody>
      <dsp:txXfrm>
        <a:off x="811229" y="1648"/>
        <a:ext cx="10543790" cy="702363"/>
      </dsp:txXfrm>
    </dsp:sp>
    <dsp:sp modelId="{533262C7-31D6-46A4-B956-7C6B66578E26}">
      <dsp:nvSpPr>
        <dsp:cNvPr id="0" name=""/>
        <dsp:cNvSpPr/>
      </dsp:nvSpPr>
      <dsp:spPr>
        <a:xfrm>
          <a:off x="0" y="879602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F3D84-EEE2-445B-A84F-625F24171E49}">
      <dsp:nvSpPr>
        <dsp:cNvPr id="0" name=""/>
        <dsp:cNvSpPr/>
      </dsp:nvSpPr>
      <dsp:spPr>
        <a:xfrm>
          <a:off x="212464" y="1037633"/>
          <a:ext cx="386299" cy="38629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08DD7-DDD1-4D89-AA97-760BABE70A57}">
      <dsp:nvSpPr>
        <dsp:cNvPr id="0" name=""/>
        <dsp:cNvSpPr/>
      </dsp:nvSpPr>
      <dsp:spPr>
        <a:xfrm>
          <a:off x="811229" y="879602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03/02: </a:t>
          </a:r>
          <a:r>
            <a:rPr lang="en-US" sz="1900" kern="1200" dirty="0" err="1"/>
            <a:t>Desenvolvimento</a:t>
          </a:r>
          <a:endParaRPr lang="en-US" sz="1900" kern="1200" dirty="0"/>
        </a:p>
      </dsp:txBody>
      <dsp:txXfrm>
        <a:off x="811229" y="879602"/>
        <a:ext cx="10543790" cy="702363"/>
      </dsp:txXfrm>
    </dsp:sp>
    <dsp:sp modelId="{2C66FCC5-C4FC-4256-8C24-1A56A66A10CF}">
      <dsp:nvSpPr>
        <dsp:cNvPr id="0" name=""/>
        <dsp:cNvSpPr/>
      </dsp:nvSpPr>
      <dsp:spPr>
        <a:xfrm>
          <a:off x="0" y="1757556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DA1E7-BA68-4880-82F0-FCB20B897C2B}">
      <dsp:nvSpPr>
        <dsp:cNvPr id="0" name=""/>
        <dsp:cNvSpPr/>
      </dsp:nvSpPr>
      <dsp:spPr>
        <a:xfrm>
          <a:off x="212464" y="1915587"/>
          <a:ext cx="386299" cy="386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F56BC-C5B8-4555-B408-D207F116E909}">
      <dsp:nvSpPr>
        <dsp:cNvPr id="0" name=""/>
        <dsp:cNvSpPr/>
      </dsp:nvSpPr>
      <dsp:spPr>
        <a:xfrm>
          <a:off x="811229" y="1757556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04/02: </a:t>
          </a:r>
          <a:r>
            <a:rPr lang="en-US" sz="1900" kern="1200" dirty="0" err="1"/>
            <a:t>Desenvolvimento</a:t>
          </a:r>
          <a:endParaRPr lang="en-US" sz="1900" kern="1200" dirty="0"/>
        </a:p>
      </dsp:txBody>
      <dsp:txXfrm>
        <a:off x="811229" y="1757556"/>
        <a:ext cx="10543790" cy="702363"/>
      </dsp:txXfrm>
    </dsp:sp>
    <dsp:sp modelId="{17653247-CD76-46CE-8682-C94420BE4590}">
      <dsp:nvSpPr>
        <dsp:cNvPr id="0" name=""/>
        <dsp:cNvSpPr/>
      </dsp:nvSpPr>
      <dsp:spPr>
        <a:xfrm>
          <a:off x="0" y="2635509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44761-B9F8-44B4-9E7F-922A275CEC6E}">
      <dsp:nvSpPr>
        <dsp:cNvPr id="0" name=""/>
        <dsp:cNvSpPr/>
      </dsp:nvSpPr>
      <dsp:spPr>
        <a:xfrm>
          <a:off x="212464" y="2793541"/>
          <a:ext cx="386299" cy="38629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355F9-BDA5-4AB6-AA2D-D11B071BC239}">
      <dsp:nvSpPr>
        <dsp:cNvPr id="0" name=""/>
        <dsp:cNvSpPr/>
      </dsp:nvSpPr>
      <dsp:spPr>
        <a:xfrm>
          <a:off x="811229" y="2635509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05/02: </a:t>
          </a:r>
          <a:r>
            <a:rPr lang="en-US" sz="1900" kern="1200" dirty="0" err="1"/>
            <a:t>Desenvolvimento</a:t>
          </a:r>
          <a:endParaRPr lang="en-US" sz="1900" kern="1200" dirty="0"/>
        </a:p>
      </dsp:txBody>
      <dsp:txXfrm>
        <a:off x="811229" y="2635509"/>
        <a:ext cx="10543790" cy="702363"/>
      </dsp:txXfrm>
    </dsp:sp>
    <dsp:sp modelId="{38473AA1-8AED-45E6-82F2-82550268AFB7}">
      <dsp:nvSpPr>
        <dsp:cNvPr id="0" name=""/>
        <dsp:cNvSpPr/>
      </dsp:nvSpPr>
      <dsp:spPr>
        <a:xfrm>
          <a:off x="0" y="3513463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9729D-7A80-4771-9B85-7DBF70C735A3}">
      <dsp:nvSpPr>
        <dsp:cNvPr id="0" name=""/>
        <dsp:cNvSpPr/>
      </dsp:nvSpPr>
      <dsp:spPr>
        <a:xfrm>
          <a:off x="212464" y="3671495"/>
          <a:ext cx="386299" cy="386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B2B04-144C-485A-AAB3-26F57973EBC6}">
      <dsp:nvSpPr>
        <dsp:cNvPr id="0" name=""/>
        <dsp:cNvSpPr/>
      </dsp:nvSpPr>
      <dsp:spPr>
        <a:xfrm>
          <a:off x="811229" y="3513463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06/02: Apresentação (manhã) + avaliação e premiação (tarde)</a:t>
          </a:r>
        </a:p>
      </dsp:txBody>
      <dsp:txXfrm>
        <a:off x="811229" y="3513463"/>
        <a:ext cx="10543790" cy="702363"/>
      </dsp:txXfrm>
    </dsp:sp>
    <dsp:sp modelId="{5EB49460-7CD1-4FA9-ABF0-3469DEBC2E77}">
      <dsp:nvSpPr>
        <dsp:cNvPr id="0" name=""/>
        <dsp:cNvSpPr/>
      </dsp:nvSpPr>
      <dsp:spPr>
        <a:xfrm>
          <a:off x="0" y="4391417"/>
          <a:ext cx="11355020" cy="702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57B549-4760-48C4-8422-7BF8CF734C2C}">
      <dsp:nvSpPr>
        <dsp:cNvPr id="0" name=""/>
        <dsp:cNvSpPr/>
      </dsp:nvSpPr>
      <dsp:spPr>
        <a:xfrm>
          <a:off x="212464" y="4549449"/>
          <a:ext cx="386299" cy="386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73D81-520F-43DB-AB50-58ABEB90C915}">
      <dsp:nvSpPr>
        <dsp:cNvPr id="0" name=""/>
        <dsp:cNvSpPr/>
      </dsp:nvSpPr>
      <dsp:spPr>
        <a:xfrm>
          <a:off x="811229" y="4391417"/>
          <a:ext cx="10543790" cy="7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33" tIns="74333" rIns="74333" bIns="743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07/02: Viagem de retorno</a:t>
          </a:r>
        </a:p>
      </dsp:txBody>
      <dsp:txXfrm>
        <a:off x="811229" y="4391417"/>
        <a:ext cx="10543790" cy="702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DDE2650-39AF-4B98-8753-8248B32244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3EE74B-28BD-44CA-AC23-1D5BE1489D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EF58C-E1A3-4AE9-98FB-BE0FA531A87F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6A0871-1F84-4272-AB69-767D561D98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FCD6A7-76A5-4059-ADF9-C136CCA70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C3764-EDCA-4BFB-9954-75568C6A75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433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70F87-8E88-4BAE-AD9C-06F6B30733D4}" type="datetimeFigureOut">
              <a:rPr lang="pt-BR" smtClean="0"/>
              <a:t>23/01/2026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903D9-7C39-461F-BFDD-A2C9F6F81A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17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D80-AD26-7BD1-B86A-0B6A7EB9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B41DC7-200F-1330-417A-E6292E7D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C3CECA1-79B9-B734-DA19-54E9BCB01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Adicionar mais 2 datasets para classificação e regressão, para servir de teste. </a:t>
            </a:r>
          </a:p>
          <a:p>
            <a:endParaRPr lang="pt-BR" dirty="0"/>
          </a:p>
          <a:p>
            <a:r>
              <a:rPr lang="pt-BR" dirty="0"/>
              <a:t>Incluir etapa de integração com banco de dados.</a:t>
            </a:r>
          </a:p>
          <a:p>
            <a:endParaRPr lang="pt-BR" dirty="0"/>
          </a:p>
          <a:p>
            <a:r>
              <a:rPr lang="pt-BR" dirty="0"/>
              <a:t>Criar um case (</a:t>
            </a:r>
            <a:r>
              <a:rPr lang="pt-BR" dirty="0" err="1"/>
              <a:t>storytelling</a:t>
            </a:r>
            <a:r>
              <a:rPr lang="pt-BR" dirty="0"/>
              <a:t>) contando a história de uma pessoa que chega na empresa e precisa de uma plataforma para treinar um modelo de machine learning (jornada do herói). Pegar apresentação do </a:t>
            </a:r>
            <a:r>
              <a:rPr lang="pt-BR" dirty="0" err="1"/>
              <a:t>Hackathon</a:t>
            </a:r>
            <a:r>
              <a:rPr lang="pt-BR" dirty="0"/>
              <a:t> passado com </a:t>
            </a:r>
            <a:r>
              <a:rPr lang="pt-BR"/>
              <a:t>o Rodrigo.</a:t>
            </a:r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77465F-26FB-BBE5-33CC-2184A9052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903D9-7C39-461F-BFDD-A2C9F6F81A6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8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Utilizar dois datasets diferentes dos de desenvolvimento e teste para avaliar a plataforma.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903D9-7C39-461F-BFDD-A2C9F6F81A6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0930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3494412"/>
            <a:ext cx="3010674" cy="2387600"/>
          </a:xfrm>
        </p:spPr>
        <p:txBody>
          <a:bodyPr anchor="b"/>
          <a:lstStyle>
            <a:lvl1pPr algn="l">
              <a:defRPr sz="3200" b="1">
                <a:solidFill>
                  <a:srgbClr val="2E537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17AAE6-97AF-48FC-BFA8-0ACE5F11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974087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E83948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40" name="Gráfico 39">
            <a:extLst>
              <a:ext uri="{FF2B5EF4-FFF2-40B4-BE49-F238E27FC236}">
                <a16:creationId xmlns:a16="http://schemas.microsoft.com/office/drawing/2014/main" id="{8C015174-CADF-1302-A39C-DE60E2AA2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706" y="1795740"/>
            <a:ext cx="7189952" cy="506226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8F750CEB-D824-2229-1609-C8E6245CEC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454" y="524248"/>
            <a:ext cx="2649147" cy="111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9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4041219"/>
            <a:ext cx="5313237" cy="1699603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6407970" y="3598732"/>
            <a:ext cx="5784029" cy="4015048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Subtítulo 2">
            <a:extLst>
              <a:ext uri="{FF2B5EF4-FFF2-40B4-BE49-F238E27FC236}">
                <a16:creationId xmlns:a16="http://schemas.microsoft.com/office/drawing/2014/main" id="{FEEC1387-DD0D-43D9-470A-CD3835A8C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974087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36F8956-373D-6358-F274-8E0B21344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54" y="524248"/>
            <a:ext cx="2649147" cy="111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0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4332144"/>
            <a:ext cx="4274429" cy="1135970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5279138" y="3118276"/>
            <a:ext cx="6476168" cy="4495504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1C0828B-0386-6BBA-AC4D-649E354D8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51600"/>
            <a:ext cx="12192000" cy="2598738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636C1E3-AC2D-9593-A8C9-260A4815F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736052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D3D0886-4785-5050-F818-8312F3F5F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54" y="3116015"/>
            <a:ext cx="1767792" cy="74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3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4ABBC-BE46-4A5D-9A62-49B9EBEB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5F11D-4441-4590-80CD-DFD5814E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B0458-EE91-45E2-A80A-E14E5A84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06F5D39-196A-4D94-B872-BA42A9527F9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E5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643D6DF-88A8-4F8F-A477-F1340AE46ABB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409C588-3E57-8485-8D63-7BFFEF366C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0275523A-8AE4-8ECE-3CB3-003D4C934715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B0AD48E1-39DC-5C9A-048E-39529E854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9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2B3D4A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84752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0A835C7-B6C1-A887-6F4A-436768677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1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CC36755-3A0B-3BB5-021E-98B6339D5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7DC2C16-9CF4-16A2-594D-CA369B1276D0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06C82B9E-F4D9-44DF-86AE-6C0C4A87C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9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689832"/>
            <a:ext cx="4889500" cy="1014904"/>
          </a:xfr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A1FB85C-B57B-AEE2-A65A-5CEA26AE65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C1174C3-3A5D-55E4-383D-001B4E9E98A1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FCE34F9B-42D8-F0F3-CFC6-9D21F2B25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80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E8475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pt-BR"/>
              <a:t>Clique no ícone central para inserir imagem e siga os passos...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534677"/>
            <a:ext cx="5279348" cy="114203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1928813"/>
            <a:ext cx="5279348" cy="4176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F79F648B-3337-A517-E881-B180147383C0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B4357D08-A684-EDC0-AA1E-D0B312871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C1D04F0-3A3B-4B6B-8C44-79286E782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9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rgbClr val="BDB58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E8475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pt-BR"/>
              <a:t>Clique no ícone central para inserir imagem e siga os passos...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534677"/>
            <a:ext cx="5279348" cy="114203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1928813"/>
            <a:ext cx="5279348" cy="4176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B82D5F9-6DCC-9A99-18CA-54A734E5C6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EEDDE02-A1E1-2AB2-CC51-82E06319DBA1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482395-5C99-4D8A-CF1F-5F06680A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57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5314"/>
            <a:ext cx="12200328" cy="6798089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12230100"/>
              <a:gd name="connsiteY0" fmla="*/ 19050 h 6811736"/>
              <a:gd name="connsiteX1" fmla="*/ 12230100 w 12230100"/>
              <a:gd name="connsiteY1" fmla="*/ 0 h 6811736"/>
              <a:gd name="connsiteX2" fmla="*/ 6096000 w 12230100"/>
              <a:gd name="connsiteY2" fmla="*/ 6811736 h 6811736"/>
              <a:gd name="connsiteX3" fmla="*/ 754743 w 12230100"/>
              <a:gd name="connsiteY3" fmla="*/ 6811736 h 6811736"/>
              <a:gd name="connsiteX4" fmla="*/ 757049 w 12230100"/>
              <a:gd name="connsiteY4" fmla="*/ 6528669 h 6811736"/>
              <a:gd name="connsiteX5" fmla="*/ 273844 w 12230100"/>
              <a:gd name="connsiteY5" fmla="*/ 6528367 h 6811736"/>
              <a:gd name="connsiteX6" fmla="*/ 270970 w 12230100"/>
              <a:gd name="connsiteY6" fmla="*/ 6531088 h 6811736"/>
              <a:gd name="connsiteX7" fmla="*/ 268514 w 12230100"/>
              <a:gd name="connsiteY7" fmla="*/ 6809317 h 6811736"/>
              <a:gd name="connsiteX8" fmla="*/ 0 w 12230100"/>
              <a:gd name="connsiteY8" fmla="*/ 6811736 h 6811736"/>
              <a:gd name="connsiteX9" fmla="*/ 0 w 12230100"/>
              <a:gd name="connsiteY9" fmla="*/ 19050 h 6811736"/>
              <a:gd name="connsiteX0" fmla="*/ 0 w 12230100"/>
              <a:gd name="connsiteY0" fmla="*/ 19050 h 6811736"/>
              <a:gd name="connsiteX1" fmla="*/ 12230100 w 12230100"/>
              <a:gd name="connsiteY1" fmla="*/ 0 h 6811736"/>
              <a:gd name="connsiteX2" fmla="*/ 12211050 w 12230100"/>
              <a:gd name="connsiteY2" fmla="*/ 6802211 h 6811736"/>
              <a:gd name="connsiteX3" fmla="*/ 754743 w 12230100"/>
              <a:gd name="connsiteY3" fmla="*/ 6811736 h 6811736"/>
              <a:gd name="connsiteX4" fmla="*/ 757049 w 12230100"/>
              <a:gd name="connsiteY4" fmla="*/ 6528669 h 6811736"/>
              <a:gd name="connsiteX5" fmla="*/ 273844 w 12230100"/>
              <a:gd name="connsiteY5" fmla="*/ 6528367 h 6811736"/>
              <a:gd name="connsiteX6" fmla="*/ 270970 w 12230100"/>
              <a:gd name="connsiteY6" fmla="*/ 6531088 h 6811736"/>
              <a:gd name="connsiteX7" fmla="*/ 268514 w 12230100"/>
              <a:gd name="connsiteY7" fmla="*/ 6809317 h 6811736"/>
              <a:gd name="connsiteX8" fmla="*/ 0 w 12230100"/>
              <a:gd name="connsiteY8" fmla="*/ 6811736 h 6811736"/>
              <a:gd name="connsiteX9" fmla="*/ 0 w 12230100"/>
              <a:gd name="connsiteY9" fmla="*/ 19050 h 6811736"/>
              <a:gd name="connsiteX0" fmla="*/ 0 w 12230100"/>
              <a:gd name="connsiteY0" fmla="*/ 19050 h 6817140"/>
              <a:gd name="connsiteX1" fmla="*/ 12230100 w 12230100"/>
              <a:gd name="connsiteY1" fmla="*/ 0 h 6817140"/>
              <a:gd name="connsiteX2" fmla="*/ 12203586 w 12230100"/>
              <a:gd name="connsiteY2" fmla="*/ 6817140 h 6817140"/>
              <a:gd name="connsiteX3" fmla="*/ 754743 w 12230100"/>
              <a:gd name="connsiteY3" fmla="*/ 6811736 h 6817140"/>
              <a:gd name="connsiteX4" fmla="*/ 757049 w 12230100"/>
              <a:gd name="connsiteY4" fmla="*/ 6528669 h 6817140"/>
              <a:gd name="connsiteX5" fmla="*/ 273844 w 12230100"/>
              <a:gd name="connsiteY5" fmla="*/ 6528367 h 6817140"/>
              <a:gd name="connsiteX6" fmla="*/ 270970 w 12230100"/>
              <a:gd name="connsiteY6" fmla="*/ 6531088 h 6817140"/>
              <a:gd name="connsiteX7" fmla="*/ 268514 w 12230100"/>
              <a:gd name="connsiteY7" fmla="*/ 6809317 h 6817140"/>
              <a:gd name="connsiteX8" fmla="*/ 0 w 12230100"/>
              <a:gd name="connsiteY8" fmla="*/ 6811736 h 6817140"/>
              <a:gd name="connsiteX9" fmla="*/ 0 w 12230100"/>
              <a:gd name="connsiteY9" fmla="*/ 19050 h 6817140"/>
              <a:gd name="connsiteX0" fmla="*/ 0 w 12203586"/>
              <a:gd name="connsiteY0" fmla="*/ 0 h 6798090"/>
              <a:gd name="connsiteX1" fmla="*/ 12200242 w 12203586"/>
              <a:gd name="connsiteY1" fmla="*/ 3344 h 6798090"/>
              <a:gd name="connsiteX2" fmla="*/ 12203586 w 12203586"/>
              <a:gd name="connsiteY2" fmla="*/ 6798090 h 6798090"/>
              <a:gd name="connsiteX3" fmla="*/ 754743 w 12203586"/>
              <a:gd name="connsiteY3" fmla="*/ 6792686 h 6798090"/>
              <a:gd name="connsiteX4" fmla="*/ 757049 w 12203586"/>
              <a:gd name="connsiteY4" fmla="*/ 6509619 h 6798090"/>
              <a:gd name="connsiteX5" fmla="*/ 273844 w 12203586"/>
              <a:gd name="connsiteY5" fmla="*/ 6509317 h 6798090"/>
              <a:gd name="connsiteX6" fmla="*/ 270970 w 12203586"/>
              <a:gd name="connsiteY6" fmla="*/ 6512038 h 6798090"/>
              <a:gd name="connsiteX7" fmla="*/ 268514 w 12203586"/>
              <a:gd name="connsiteY7" fmla="*/ 6790267 h 6798090"/>
              <a:gd name="connsiteX8" fmla="*/ 0 w 12203586"/>
              <a:gd name="connsiteY8" fmla="*/ 6792686 h 6798090"/>
              <a:gd name="connsiteX9" fmla="*/ 0 w 12203586"/>
              <a:gd name="connsiteY9" fmla="*/ 0 h 6798090"/>
              <a:gd name="connsiteX0" fmla="*/ 0 w 12203586"/>
              <a:gd name="connsiteY0" fmla="*/ 0 h 6798090"/>
              <a:gd name="connsiteX1" fmla="*/ 12196510 w 12203586"/>
              <a:gd name="connsiteY1" fmla="*/ 10808 h 6798090"/>
              <a:gd name="connsiteX2" fmla="*/ 12203586 w 12203586"/>
              <a:gd name="connsiteY2" fmla="*/ 6798090 h 6798090"/>
              <a:gd name="connsiteX3" fmla="*/ 754743 w 12203586"/>
              <a:gd name="connsiteY3" fmla="*/ 6792686 h 6798090"/>
              <a:gd name="connsiteX4" fmla="*/ 757049 w 12203586"/>
              <a:gd name="connsiteY4" fmla="*/ 6509619 h 6798090"/>
              <a:gd name="connsiteX5" fmla="*/ 273844 w 12203586"/>
              <a:gd name="connsiteY5" fmla="*/ 6509317 h 6798090"/>
              <a:gd name="connsiteX6" fmla="*/ 270970 w 12203586"/>
              <a:gd name="connsiteY6" fmla="*/ 6512038 h 6798090"/>
              <a:gd name="connsiteX7" fmla="*/ 268514 w 12203586"/>
              <a:gd name="connsiteY7" fmla="*/ 6790267 h 6798090"/>
              <a:gd name="connsiteX8" fmla="*/ 0 w 12203586"/>
              <a:gd name="connsiteY8" fmla="*/ 6792686 h 6798090"/>
              <a:gd name="connsiteX9" fmla="*/ 0 w 12203586"/>
              <a:gd name="connsiteY9" fmla="*/ 0 h 6798090"/>
              <a:gd name="connsiteX0" fmla="*/ 0 w 12203586"/>
              <a:gd name="connsiteY0" fmla="*/ 0 h 6798090"/>
              <a:gd name="connsiteX1" fmla="*/ 12200242 w 12203586"/>
              <a:gd name="connsiteY1" fmla="*/ 10808 h 6798090"/>
              <a:gd name="connsiteX2" fmla="*/ 12203586 w 12203586"/>
              <a:gd name="connsiteY2" fmla="*/ 6798090 h 6798090"/>
              <a:gd name="connsiteX3" fmla="*/ 754743 w 12203586"/>
              <a:gd name="connsiteY3" fmla="*/ 6792686 h 6798090"/>
              <a:gd name="connsiteX4" fmla="*/ 757049 w 12203586"/>
              <a:gd name="connsiteY4" fmla="*/ 6509619 h 6798090"/>
              <a:gd name="connsiteX5" fmla="*/ 273844 w 12203586"/>
              <a:gd name="connsiteY5" fmla="*/ 6509317 h 6798090"/>
              <a:gd name="connsiteX6" fmla="*/ 270970 w 12203586"/>
              <a:gd name="connsiteY6" fmla="*/ 6512038 h 6798090"/>
              <a:gd name="connsiteX7" fmla="*/ 268514 w 12203586"/>
              <a:gd name="connsiteY7" fmla="*/ 6790267 h 6798090"/>
              <a:gd name="connsiteX8" fmla="*/ 0 w 12203586"/>
              <a:gd name="connsiteY8" fmla="*/ 6792686 h 6798090"/>
              <a:gd name="connsiteX9" fmla="*/ 0 w 12203586"/>
              <a:gd name="connsiteY9" fmla="*/ 0 h 6798090"/>
              <a:gd name="connsiteX0" fmla="*/ 0 w 12200253"/>
              <a:gd name="connsiteY0" fmla="*/ 0 h 6792686"/>
              <a:gd name="connsiteX1" fmla="*/ 12200242 w 12200253"/>
              <a:gd name="connsiteY1" fmla="*/ 10808 h 6792686"/>
              <a:gd name="connsiteX2" fmla="*/ 12121477 w 12200253"/>
              <a:gd name="connsiteY2" fmla="*/ 6742106 h 6792686"/>
              <a:gd name="connsiteX3" fmla="*/ 754743 w 12200253"/>
              <a:gd name="connsiteY3" fmla="*/ 6792686 h 6792686"/>
              <a:gd name="connsiteX4" fmla="*/ 757049 w 12200253"/>
              <a:gd name="connsiteY4" fmla="*/ 6509619 h 6792686"/>
              <a:gd name="connsiteX5" fmla="*/ 273844 w 12200253"/>
              <a:gd name="connsiteY5" fmla="*/ 6509317 h 6792686"/>
              <a:gd name="connsiteX6" fmla="*/ 270970 w 12200253"/>
              <a:gd name="connsiteY6" fmla="*/ 6512038 h 6792686"/>
              <a:gd name="connsiteX7" fmla="*/ 268514 w 12200253"/>
              <a:gd name="connsiteY7" fmla="*/ 6790267 h 6792686"/>
              <a:gd name="connsiteX8" fmla="*/ 0 w 12200253"/>
              <a:gd name="connsiteY8" fmla="*/ 6792686 h 6792686"/>
              <a:gd name="connsiteX9" fmla="*/ 0 w 12200253"/>
              <a:gd name="connsiteY9" fmla="*/ 0 h 6792686"/>
              <a:gd name="connsiteX0" fmla="*/ 0 w 12200328"/>
              <a:gd name="connsiteY0" fmla="*/ 0 h 6798089"/>
              <a:gd name="connsiteX1" fmla="*/ 12200242 w 12200328"/>
              <a:gd name="connsiteY1" fmla="*/ 10808 h 6798089"/>
              <a:gd name="connsiteX2" fmla="*/ 12192389 w 12200328"/>
              <a:gd name="connsiteY2" fmla="*/ 6798089 h 6798089"/>
              <a:gd name="connsiteX3" fmla="*/ 754743 w 12200328"/>
              <a:gd name="connsiteY3" fmla="*/ 6792686 h 6798089"/>
              <a:gd name="connsiteX4" fmla="*/ 757049 w 12200328"/>
              <a:gd name="connsiteY4" fmla="*/ 6509619 h 6798089"/>
              <a:gd name="connsiteX5" fmla="*/ 273844 w 12200328"/>
              <a:gd name="connsiteY5" fmla="*/ 6509317 h 6798089"/>
              <a:gd name="connsiteX6" fmla="*/ 270970 w 12200328"/>
              <a:gd name="connsiteY6" fmla="*/ 6512038 h 6798089"/>
              <a:gd name="connsiteX7" fmla="*/ 268514 w 12200328"/>
              <a:gd name="connsiteY7" fmla="*/ 6790267 h 6798089"/>
              <a:gd name="connsiteX8" fmla="*/ 0 w 12200328"/>
              <a:gd name="connsiteY8" fmla="*/ 6792686 h 6798089"/>
              <a:gd name="connsiteX9" fmla="*/ 0 w 12200328"/>
              <a:gd name="connsiteY9" fmla="*/ 0 h 6798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0328" h="6798089">
                <a:moveTo>
                  <a:pt x="0" y="0"/>
                </a:moveTo>
                <a:lnTo>
                  <a:pt x="12200242" y="10808"/>
                </a:lnTo>
                <a:cubicBezTo>
                  <a:pt x="12201357" y="2275723"/>
                  <a:pt x="12191274" y="4533174"/>
                  <a:pt x="12192389" y="6798089"/>
                </a:cubicBez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E8475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pt-BR"/>
              <a:t>Clique no ícone central para inserir imagem e siga os passos...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67F2BB6-360B-476A-A981-DE044A94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563341C9-0B39-7C28-8593-490204E378B6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E2A6594-16A7-0584-17CF-196578DB5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9C03B76-20D0-D95D-2D10-B996EE0617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61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SÓRIA 1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29" y="3134604"/>
            <a:ext cx="6115930" cy="1946926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D2D13C-720C-4703-AFA6-44870F372362}"/>
              </a:ext>
            </a:extLst>
          </p:cNvPr>
          <p:cNvSpPr txBox="1"/>
          <p:nvPr userDrawn="1"/>
        </p:nvSpPr>
        <p:spPr>
          <a:xfrm>
            <a:off x="785187" y="5936755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>
                <a:solidFill>
                  <a:schemeClr val="bg1"/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www.minervafoods.com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CFCEFC-6958-43F9-A63A-B34CE5E51A7B}"/>
              </a:ext>
            </a:extLst>
          </p:cNvPr>
          <p:cNvGrpSpPr/>
          <p:nvPr userDrawn="1"/>
        </p:nvGrpSpPr>
        <p:grpSpPr>
          <a:xfrm>
            <a:off x="6721057" y="3600123"/>
            <a:ext cx="5470944" cy="3797717"/>
            <a:chOff x="-5705730" y="2171645"/>
            <a:chExt cx="7681186" cy="5331981"/>
          </a:xfrm>
          <a:solidFill>
            <a:schemeClr val="bg1">
              <a:alpha val="15000"/>
            </a:schemeClr>
          </a:solidFill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B3058E82-1081-4210-A243-C902D54FC20A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77091A71-F3C3-463D-A57D-E8D2BDEA231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14E470A9-29E8-4CF9-B446-B4FB5DA436DD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5" name="Gráfico 4">
            <a:extLst>
              <a:ext uri="{FF2B5EF4-FFF2-40B4-BE49-F238E27FC236}">
                <a16:creationId xmlns:a16="http://schemas.microsoft.com/office/drawing/2014/main" id="{0FE4C14B-80D7-3F59-4735-04C3F17F1C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952" y="1125285"/>
            <a:ext cx="2569350" cy="10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00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F8213E3-74B8-5702-C34D-37008372F1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2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EA7347-B146-C395-9608-ABE69ADEDE0E}"/>
              </a:ext>
            </a:extLst>
          </p:cNvPr>
          <p:cNvSpPr/>
          <p:nvPr userDrawn="1"/>
        </p:nvSpPr>
        <p:spPr>
          <a:xfrm>
            <a:off x="-1" y="4219460"/>
            <a:ext cx="12192001" cy="2638540"/>
          </a:xfrm>
          <a:prstGeom prst="rect">
            <a:avLst/>
          </a:prstGeom>
          <a:solidFill>
            <a:srgbClr val="2E5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90F7A26-FD89-BA8F-D2A4-9A7E279FA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6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EA7347-B146-C395-9608-ABE69ADEDE0E}"/>
              </a:ext>
            </a:extLst>
          </p:cNvPr>
          <p:cNvSpPr/>
          <p:nvPr userDrawn="1"/>
        </p:nvSpPr>
        <p:spPr>
          <a:xfrm>
            <a:off x="-1" y="-1"/>
            <a:ext cx="12192001" cy="3899971"/>
          </a:xfrm>
          <a:prstGeom prst="rect">
            <a:avLst/>
          </a:prstGeom>
          <a:solidFill>
            <a:srgbClr val="2E53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24851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EB90BFF-A039-5FC8-659A-A4CECF8945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46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9E6DDBDB-9BB8-F108-5693-77D2A2D69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B53FC1A-071A-0E75-3C00-2B53C2250213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2F7EF98-09A2-B404-5CD6-5E1E4598D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2B3B51C-7E1D-50BA-F2C7-8FC511A94F79}"/>
              </a:ext>
            </a:extLst>
          </p:cNvPr>
          <p:cNvSpPr/>
          <p:nvPr userDrawn="1"/>
        </p:nvSpPr>
        <p:spPr>
          <a:xfrm>
            <a:off x="7458419" y="0"/>
            <a:ext cx="473358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663571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6471250" cy="476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B53FC1A-071A-0E75-3C00-2B53C2250213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2F7EF98-09A2-B404-5CD6-5E1E4598D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2B9006-AFE2-1659-06D7-55ED77E26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415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9E6DDBDB-9BB8-F108-5693-77D2A2D69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B53FC1A-071A-0E75-3C00-2B53C2250213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2F7EF98-09A2-B404-5CD6-5E1E4598D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6136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1B44F-4479-4ACD-AFFB-22F8D1B4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FF5E2-DBE6-47C1-934F-11145E766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997A69-A13F-418A-8325-7213D3560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5D97D1-92B4-4138-85A2-32947A24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260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4B0B3-5BC9-43D1-8946-267076F4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DD567D-6468-4B95-8B7E-52876903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024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25BDC4-7D28-4FD0-9E4E-3B771294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167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4B0B3-5BC9-43D1-8946-267076F4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DD567D-6468-4B95-8B7E-52876903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C7B7B49-2BA0-F343-3E67-B24F3FA06B32}"/>
              </a:ext>
            </a:extLst>
          </p:cNvPr>
          <p:cNvGrpSpPr/>
          <p:nvPr userDrawn="1"/>
        </p:nvGrpSpPr>
        <p:grpSpPr>
          <a:xfrm>
            <a:off x="-5731205" y="1743308"/>
            <a:ext cx="9294236" cy="6451697"/>
            <a:chOff x="-5705730" y="2171645"/>
            <a:chExt cx="7681186" cy="5331981"/>
          </a:xfrm>
          <a:solidFill>
            <a:srgbClr val="E84752"/>
          </a:solidFill>
        </p:grpSpPr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9F6B20FC-24A1-9577-8AE4-C639730E12C4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09A96A31-8454-BC60-A2C9-C5D1608E0E1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57F1AA25-BFB7-2D97-4B4A-9F2F8AE6924E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18928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2BBAAC4-3827-450A-9924-62A2137056A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F9204CF-8BFC-4741-9119-0D4E4BBE3B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85765" y="6105525"/>
            <a:ext cx="1036546" cy="583057"/>
          </a:xfrm>
          <a:prstGeom prst="rect">
            <a:avLst/>
          </a:prstGeom>
        </p:spPr>
      </p:pic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EBF30D05-4C2B-B852-C787-411F49A0C62A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C4CA0330-A319-30B3-69BA-C322B30E9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414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4041219"/>
            <a:ext cx="5313237" cy="1699603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6407970" y="3598732"/>
            <a:ext cx="5784029" cy="4015048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Subtítulo 2">
            <a:extLst>
              <a:ext uri="{FF2B5EF4-FFF2-40B4-BE49-F238E27FC236}">
                <a16:creationId xmlns:a16="http://schemas.microsoft.com/office/drawing/2014/main" id="{FEEC1387-DD0D-43D9-470A-CD3835A8C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974087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28957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VISÓR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6657C73-768C-4BCD-89F3-FACD27DD25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5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3846952"/>
            <a:ext cx="4274429" cy="1135970"/>
          </a:xfrm>
        </p:spPr>
        <p:txBody>
          <a:bodyPr anchor="b"/>
          <a:lstStyle>
            <a:lvl1pPr algn="l">
              <a:defRPr sz="3200" b="1">
                <a:solidFill>
                  <a:srgbClr val="F2F2F2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2BB2741-F9C1-4911-811C-56C83892E89E}"/>
              </a:ext>
            </a:extLst>
          </p:cNvPr>
          <p:cNvGrpSpPr/>
          <p:nvPr userDrawn="1"/>
        </p:nvGrpSpPr>
        <p:grpSpPr>
          <a:xfrm>
            <a:off x="5279138" y="3118276"/>
            <a:ext cx="6476168" cy="4495504"/>
            <a:chOff x="-5705730" y="2171645"/>
            <a:chExt cx="7681186" cy="5331981"/>
          </a:xfrm>
          <a:solidFill>
            <a:schemeClr val="tx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2FAEF514-CC53-46F7-854F-DE8D80F472FE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8FEBD1FC-BB85-42C3-97F6-1C4E191F6A83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FE76904D-75EB-422E-A83C-1B67CFCB71EB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1C0828B-0386-6BBA-AC4D-649E354D8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51600"/>
            <a:ext cx="12192000" cy="2598738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636C1E3-AC2D-9593-A8C9-260A4815F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20" y="5250860"/>
            <a:ext cx="3010674" cy="650648"/>
          </a:xfrm>
        </p:spPr>
        <p:txBody>
          <a:bodyPr>
            <a:normAutofit/>
          </a:bodyPr>
          <a:lstStyle>
            <a:lvl1pPr marL="0" indent="0" algn="l">
              <a:buNone/>
              <a:defRPr sz="1100">
                <a:solidFill>
                  <a:srgbClr val="F2F2F2"/>
                </a:solidFill>
                <a:latin typeface="Montserrat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4147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4ABBC-BE46-4A5D-9A62-49B9EBEB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29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2BA59BB8-F6DC-739B-D671-2F8DBD02FCC5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B1A87E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116266-3D24-41CE-0A8B-5636729D31B6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B1A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E537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983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AA97-444E-4339-855A-E5046C2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F4ABBC-BE46-4A5D-9A62-49B9EBEB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15F11D-4441-4590-80CD-DFD5814E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1B0458-EE91-45E2-A80A-E14E5A84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E43A2-7C48-4FE9-8E77-311738DB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A7447-A990-470D-9E6B-DDE2F609E1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1121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2B3D4A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84752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0A835C7-B6C1-A887-6F4A-436768677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24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1709738"/>
            <a:ext cx="48895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FF28-3469-4B4C-9DEE-7D911EB7B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7950" y="4589463"/>
            <a:ext cx="48895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E84752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3E0B0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CC36755-3A0B-3BB5-021E-98B6339D5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545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93C5E0F9-17E0-4D58-98AB-D8D85B7BCA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5314"/>
            <a:ext cx="6096000" cy="6792686"/>
          </a:xfrm>
          <a:custGeom>
            <a:avLst/>
            <a:gdLst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0 w 6096000"/>
              <a:gd name="connsiteY3" fmla="*/ 6792686 h 6792686"/>
              <a:gd name="connsiteX4" fmla="*/ 0 w 6096000"/>
              <a:gd name="connsiteY4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268514 w 6096000"/>
              <a:gd name="connsiteY3" fmla="*/ 6790267 h 6792686"/>
              <a:gd name="connsiteX4" fmla="*/ 0 w 6096000"/>
              <a:gd name="connsiteY4" fmla="*/ 6792686 h 6792686"/>
              <a:gd name="connsiteX5" fmla="*/ 0 w 6096000"/>
              <a:gd name="connsiteY5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268514 w 6096000"/>
              <a:gd name="connsiteY4" fmla="*/ 6790267 h 6792686"/>
              <a:gd name="connsiteX5" fmla="*/ 0 w 6096000"/>
              <a:gd name="connsiteY5" fmla="*/ 6792686 h 6792686"/>
              <a:gd name="connsiteX6" fmla="*/ 0 w 6096000"/>
              <a:gd name="connsiteY6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68514 w 6096000"/>
              <a:gd name="connsiteY5" fmla="*/ 6790267 h 6792686"/>
              <a:gd name="connsiteX6" fmla="*/ 0 w 6096000"/>
              <a:gd name="connsiteY6" fmla="*/ 6792686 h 6792686"/>
              <a:gd name="connsiteX7" fmla="*/ 0 w 6096000"/>
              <a:gd name="connsiteY7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352 w 6096000"/>
              <a:gd name="connsiteY5" fmla="*/ 6509657 h 6792686"/>
              <a:gd name="connsiteX6" fmla="*/ 268514 w 6096000"/>
              <a:gd name="connsiteY6" fmla="*/ 6790267 h 6792686"/>
              <a:gd name="connsiteX7" fmla="*/ 0 w 6096000"/>
              <a:gd name="connsiteY7" fmla="*/ 6792686 h 6792686"/>
              <a:gd name="connsiteX8" fmla="*/ 0 w 6096000"/>
              <a:gd name="connsiteY8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3352 w 6096000"/>
              <a:gd name="connsiteY6" fmla="*/ 6509657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49905 w 6096000"/>
              <a:gd name="connsiteY4" fmla="*/ 6507238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  <a:gd name="connsiteX0" fmla="*/ 0 w 6096000"/>
              <a:gd name="connsiteY0" fmla="*/ 0 h 6792686"/>
              <a:gd name="connsiteX1" fmla="*/ 6096000 w 6096000"/>
              <a:gd name="connsiteY1" fmla="*/ 0 h 6792686"/>
              <a:gd name="connsiteX2" fmla="*/ 6096000 w 6096000"/>
              <a:gd name="connsiteY2" fmla="*/ 6792686 h 6792686"/>
              <a:gd name="connsiteX3" fmla="*/ 754743 w 6096000"/>
              <a:gd name="connsiteY3" fmla="*/ 6792686 h 6792686"/>
              <a:gd name="connsiteX4" fmla="*/ 757049 w 6096000"/>
              <a:gd name="connsiteY4" fmla="*/ 6509619 h 6792686"/>
              <a:gd name="connsiteX5" fmla="*/ 273844 w 6096000"/>
              <a:gd name="connsiteY5" fmla="*/ 6509317 h 6792686"/>
              <a:gd name="connsiteX6" fmla="*/ 270970 w 6096000"/>
              <a:gd name="connsiteY6" fmla="*/ 6512038 h 6792686"/>
              <a:gd name="connsiteX7" fmla="*/ 268514 w 6096000"/>
              <a:gd name="connsiteY7" fmla="*/ 6790267 h 6792686"/>
              <a:gd name="connsiteX8" fmla="*/ 0 w 6096000"/>
              <a:gd name="connsiteY8" fmla="*/ 6792686 h 6792686"/>
              <a:gd name="connsiteX9" fmla="*/ 0 w 6096000"/>
              <a:gd name="connsiteY9" fmla="*/ 0 h 67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6792686">
                <a:moveTo>
                  <a:pt x="0" y="0"/>
                </a:moveTo>
                <a:lnTo>
                  <a:pt x="6096000" y="0"/>
                </a:lnTo>
                <a:lnTo>
                  <a:pt x="6096000" y="6792686"/>
                </a:lnTo>
                <a:lnTo>
                  <a:pt x="754743" y="6792686"/>
                </a:lnTo>
                <a:cubicBezTo>
                  <a:pt x="753130" y="6697537"/>
                  <a:pt x="758662" y="6604768"/>
                  <a:pt x="757049" y="6509619"/>
                </a:cubicBezTo>
                <a:lnTo>
                  <a:pt x="273844" y="6509317"/>
                </a:lnTo>
                <a:lnTo>
                  <a:pt x="270970" y="6512038"/>
                </a:lnTo>
                <a:cubicBezTo>
                  <a:pt x="269357" y="6605575"/>
                  <a:pt x="270127" y="6696730"/>
                  <a:pt x="268514" y="6790267"/>
                </a:cubicBezTo>
                <a:lnTo>
                  <a:pt x="0" y="6792686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0" y="689832"/>
            <a:ext cx="4889500" cy="1014904"/>
          </a:xfr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EA8D8D-F1D9-453F-B1D6-7B5C0B69F81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830C743-7336-7547-C8DA-51F3175B8C77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E84752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B0B27C6-17D5-29A1-8CFC-CDCFF648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3E0B0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A1FB85C-B57B-AEE2-A65A-5CEA26AE65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419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VISÓRIA 1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6169-C6CC-4AAB-BA4D-5024911F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29" y="3134604"/>
            <a:ext cx="6115930" cy="1946926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D2D13C-720C-4703-AFA6-44870F372362}"/>
              </a:ext>
            </a:extLst>
          </p:cNvPr>
          <p:cNvSpPr txBox="1"/>
          <p:nvPr userDrawn="1"/>
        </p:nvSpPr>
        <p:spPr>
          <a:xfrm>
            <a:off x="785187" y="5936755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>
                <a:solidFill>
                  <a:schemeClr val="bg1"/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www.minervafoods.com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CFCEFC-6958-43F9-A63A-B34CE5E51A7B}"/>
              </a:ext>
            </a:extLst>
          </p:cNvPr>
          <p:cNvGrpSpPr/>
          <p:nvPr userDrawn="1"/>
        </p:nvGrpSpPr>
        <p:grpSpPr>
          <a:xfrm>
            <a:off x="6721057" y="3600123"/>
            <a:ext cx="5470944" cy="3797717"/>
            <a:chOff x="-5705730" y="2171645"/>
            <a:chExt cx="7681186" cy="5331981"/>
          </a:xfrm>
          <a:solidFill>
            <a:schemeClr val="bg1">
              <a:alpha val="15000"/>
            </a:schemeClr>
          </a:solidFill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B3058E82-1081-4210-A243-C902D54FC20A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77091A71-F3C3-463D-A57D-E8D2BDEA231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14E470A9-29E8-4CF9-B446-B4FB5DA436DD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5" name="Gráfico 4">
            <a:extLst>
              <a:ext uri="{FF2B5EF4-FFF2-40B4-BE49-F238E27FC236}">
                <a16:creationId xmlns:a16="http://schemas.microsoft.com/office/drawing/2014/main" id="{0FE4C14B-80D7-3F59-4735-04C3F17F1C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952" y="1125285"/>
            <a:ext cx="2569350" cy="10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70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F344C01-4E23-4C94-8820-B7413FC8D4DD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984023AD-EE73-4D89-9E4F-E69416D4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728E3E7-6C52-4C1B-851D-73C8A37BB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85765" y="6105525"/>
            <a:ext cx="1036546" cy="583057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3276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Cabeçalho da Seção">
    <p:bg>
      <p:bgPr>
        <a:solidFill>
          <a:srgbClr val="2E53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D808-A331-45EB-AA4C-DF84721A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BD6E68-B00F-4EDF-BD59-4C739CB5C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0EB0EB-E5B5-4B47-9CDF-A6877DA90D0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9B8171-4E1E-479C-8072-80F788FD45E4}"/>
              </a:ext>
            </a:extLst>
          </p:cNvPr>
          <p:cNvGrpSpPr/>
          <p:nvPr userDrawn="1"/>
        </p:nvGrpSpPr>
        <p:grpSpPr>
          <a:xfrm>
            <a:off x="-5721680" y="1678462"/>
            <a:ext cx="9294236" cy="6451697"/>
            <a:chOff x="-5705730" y="2171645"/>
            <a:chExt cx="7681186" cy="5331981"/>
          </a:xfrm>
          <a:solidFill>
            <a:schemeClr val="bg1">
              <a:alpha val="10000"/>
            </a:scheme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E9154A85-07B0-4C03-8179-79C4DB7A3A62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F842E904-0407-4A6D-B5B4-3278BB4EC5BE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CA6653CB-1A79-47D6-A75D-6A8958BFE0E4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26B367D-E62C-64B4-C69C-38FF62E511E1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E84D53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2B3D4A"/>
              </a:solidFill>
            </a:endParaRPr>
          </a:p>
        </p:txBody>
      </p:sp>
      <p:sp>
        <p:nvSpPr>
          <p:cNvPr id="16" name="Espaço Reservado para Número de Slide 5">
            <a:extLst>
              <a:ext uri="{FF2B5EF4-FFF2-40B4-BE49-F238E27FC236}">
                <a16:creationId xmlns:a16="http://schemas.microsoft.com/office/drawing/2014/main" id="{08F881AD-CE27-50DB-7244-7D1D71636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9E6DDBDB-9BB8-F108-5693-77D2A2D69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798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AE727DD-FDAB-4DCD-A0C7-372A0D454F8B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2B3D4A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3E2405-1D17-45B8-B10E-CA4CF25A9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E84752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BBAAC4-3827-450A-9924-62A2137056A4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F4A67E0-702B-430C-B43B-EECA693E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CF69F19-0356-4EE8-891C-5F89B28CAE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85765" y="6105525"/>
            <a:ext cx="1036546" cy="58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863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hlinkClick r:id="" action="ppaction://noaction"/>
            <a:extLst>
              <a:ext uri="{FF2B5EF4-FFF2-40B4-BE49-F238E27FC236}">
                <a16:creationId xmlns:a16="http://schemas.microsoft.com/office/drawing/2014/main" id="{29F46E52-4313-0B4F-A412-95A60A4E1E1E}"/>
              </a:ext>
            </a:extLst>
          </p:cNvPr>
          <p:cNvSpPr/>
          <p:nvPr userDrawn="1"/>
        </p:nvSpPr>
        <p:spPr>
          <a:xfrm>
            <a:off x="11835162" y="6542050"/>
            <a:ext cx="369957" cy="315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1540036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png"/><Relationship Id="rId39" Type="http://schemas.openxmlformats.org/officeDocument/2006/relationships/image" Target="../media/image2.png"/><Relationship Id="rId40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5334B9D-1E5B-42B9-AAC8-9D974FED4E61}"/>
              </a:ext>
            </a:extLst>
          </p:cNvPr>
          <p:cNvGrpSpPr/>
          <p:nvPr userDrawn="1"/>
        </p:nvGrpSpPr>
        <p:grpSpPr>
          <a:xfrm>
            <a:off x="-5731205" y="1743308"/>
            <a:ext cx="9294236" cy="6451697"/>
            <a:chOff x="-5705730" y="2171645"/>
            <a:chExt cx="7681186" cy="5331981"/>
          </a:xfrm>
          <a:solidFill>
            <a:srgbClr val="2E5371">
              <a:alpha val="10000"/>
            </a:srgbClr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87370282-51EA-4C06-8E69-A864E72325C5}"/>
                </a:ext>
              </a:extLst>
            </p:cNvPr>
            <p:cNvSpPr/>
            <p:nvPr/>
          </p:nvSpPr>
          <p:spPr>
            <a:xfrm>
              <a:off x="-5705730" y="2359615"/>
              <a:ext cx="1303360" cy="4415518"/>
            </a:xfrm>
            <a:custGeom>
              <a:avLst/>
              <a:gdLst>
                <a:gd name="connsiteX0" fmla="*/ 0 w 1303360"/>
                <a:gd name="connsiteY0" fmla="*/ 0 h 4415518"/>
                <a:gd name="connsiteX1" fmla="*/ 0 w 1303360"/>
                <a:gd name="connsiteY1" fmla="*/ 4415519 h 4415518"/>
                <a:gd name="connsiteX2" fmla="*/ 1303361 w 1303360"/>
                <a:gd name="connsiteY2" fmla="*/ 4415519 h 4415518"/>
                <a:gd name="connsiteX3" fmla="*/ 1303361 w 1303360"/>
                <a:gd name="connsiteY3" fmla="*/ 2324737 h 4415518"/>
                <a:gd name="connsiteX4" fmla="*/ 1303361 w 1303360"/>
                <a:gd name="connsiteY4" fmla="*/ 1414633 h 4415518"/>
                <a:gd name="connsiteX5" fmla="*/ 1303361 w 1303360"/>
                <a:gd name="connsiteY5" fmla="*/ 0 h 441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3360" h="4415518">
                  <a:moveTo>
                    <a:pt x="0" y="0"/>
                  </a:moveTo>
                  <a:lnTo>
                    <a:pt x="0" y="4415519"/>
                  </a:lnTo>
                  <a:lnTo>
                    <a:pt x="1303361" y="4415519"/>
                  </a:lnTo>
                  <a:lnTo>
                    <a:pt x="1303361" y="2324737"/>
                  </a:lnTo>
                  <a:lnTo>
                    <a:pt x="1303361" y="1414633"/>
                  </a:lnTo>
                  <a:lnTo>
                    <a:pt x="1303361" y="0"/>
                  </a:lnTo>
                  <a:close/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277B111E-A5C9-4BF8-ADEA-F759D07C0EC0}"/>
                </a:ext>
              </a:extLst>
            </p:cNvPr>
            <p:cNvSpPr/>
            <p:nvPr/>
          </p:nvSpPr>
          <p:spPr>
            <a:xfrm>
              <a:off x="-4402370" y="2171645"/>
              <a:ext cx="3188913" cy="5331981"/>
            </a:xfrm>
            <a:custGeom>
              <a:avLst/>
              <a:gdLst>
                <a:gd name="connsiteX0" fmla="*/ 1344179 w 3188913"/>
                <a:gd name="connsiteY0" fmla="*/ 0 h 5331981"/>
                <a:gd name="connsiteX1" fmla="*/ 231287 w 3188913"/>
                <a:gd name="connsiteY1" fmla="*/ 415454 h 5331981"/>
                <a:gd name="connsiteX2" fmla="*/ 0 w 3188913"/>
                <a:gd name="connsiteY2" fmla="*/ 1344690 h 5331981"/>
                <a:gd name="connsiteX3" fmla="*/ 0 w 3188913"/>
                <a:gd name="connsiteY3" fmla="*/ 2164869 h 5331981"/>
                <a:gd name="connsiteX4" fmla="*/ 983226 w 3188913"/>
                <a:gd name="connsiteY4" fmla="*/ 1177158 h 5331981"/>
                <a:gd name="connsiteX5" fmla="*/ 1885552 w 3188913"/>
                <a:gd name="connsiteY5" fmla="*/ 2245541 h 5331981"/>
                <a:gd name="connsiteX6" fmla="*/ 1885552 w 3188913"/>
                <a:gd name="connsiteY6" fmla="*/ 5331981 h 5331981"/>
                <a:gd name="connsiteX7" fmla="*/ 3188913 w 3188913"/>
                <a:gd name="connsiteY7" fmla="*/ 5331981 h 5331981"/>
                <a:gd name="connsiteX8" fmla="*/ 3188913 w 3188913"/>
                <a:gd name="connsiteY8" fmla="*/ 2037871 h 5331981"/>
                <a:gd name="connsiteX9" fmla="*/ 1344179 w 3188913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3" h="5331981">
                  <a:moveTo>
                    <a:pt x="1344179" y="0"/>
                  </a:moveTo>
                  <a:cubicBezTo>
                    <a:pt x="782766" y="0"/>
                    <a:pt x="411764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40" y="1529766"/>
                    <a:pt x="404610" y="1177158"/>
                    <a:pt x="983226" y="1177158"/>
                  </a:cubicBezTo>
                  <a:cubicBezTo>
                    <a:pt x="1564736" y="1177158"/>
                    <a:pt x="1885552" y="1533285"/>
                    <a:pt x="1885552" y="2245541"/>
                  </a:cubicBezTo>
                  <a:lnTo>
                    <a:pt x="1885552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9B8C6D33-DE70-4881-9BBF-975358D81DC2}"/>
                </a:ext>
              </a:extLst>
            </p:cNvPr>
            <p:cNvSpPr/>
            <p:nvPr/>
          </p:nvSpPr>
          <p:spPr>
            <a:xfrm>
              <a:off x="-1213456" y="2171645"/>
              <a:ext cx="3188912" cy="5331981"/>
            </a:xfrm>
            <a:custGeom>
              <a:avLst/>
              <a:gdLst>
                <a:gd name="connsiteX0" fmla="*/ 1344179 w 3188912"/>
                <a:gd name="connsiteY0" fmla="*/ 0 h 5331981"/>
                <a:gd name="connsiteX1" fmla="*/ 231287 w 3188912"/>
                <a:gd name="connsiteY1" fmla="*/ 415454 h 5331981"/>
                <a:gd name="connsiteX2" fmla="*/ 0 w 3188912"/>
                <a:gd name="connsiteY2" fmla="*/ 1344690 h 5331981"/>
                <a:gd name="connsiteX3" fmla="*/ 0 w 3188912"/>
                <a:gd name="connsiteY3" fmla="*/ 2164869 h 5331981"/>
                <a:gd name="connsiteX4" fmla="*/ 983226 w 3188912"/>
                <a:gd name="connsiteY4" fmla="*/ 1177158 h 5331981"/>
                <a:gd name="connsiteX5" fmla="*/ 1885553 w 3188912"/>
                <a:gd name="connsiteY5" fmla="*/ 2245541 h 5331981"/>
                <a:gd name="connsiteX6" fmla="*/ 1885553 w 3188912"/>
                <a:gd name="connsiteY6" fmla="*/ 5331981 h 5331981"/>
                <a:gd name="connsiteX7" fmla="*/ 3188913 w 3188912"/>
                <a:gd name="connsiteY7" fmla="*/ 5331981 h 5331981"/>
                <a:gd name="connsiteX8" fmla="*/ 3188913 w 3188912"/>
                <a:gd name="connsiteY8" fmla="*/ 2037871 h 5331981"/>
                <a:gd name="connsiteX9" fmla="*/ 1344179 w 3188912"/>
                <a:gd name="connsiteY9" fmla="*/ 0 h 533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8912" h="5331981">
                  <a:moveTo>
                    <a:pt x="1344179" y="0"/>
                  </a:moveTo>
                  <a:cubicBezTo>
                    <a:pt x="782766" y="0"/>
                    <a:pt x="411763" y="227540"/>
                    <a:pt x="231287" y="415454"/>
                  </a:cubicBezTo>
                  <a:lnTo>
                    <a:pt x="0" y="1344690"/>
                  </a:lnTo>
                  <a:lnTo>
                    <a:pt x="0" y="2164869"/>
                  </a:lnTo>
                  <a:cubicBezTo>
                    <a:pt x="79139" y="1529766"/>
                    <a:pt x="404611" y="1177158"/>
                    <a:pt x="983226" y="1177158"/>
                  </a:cubicBezTo>
                  <a:cubicBezTo>
                    <a:pt x="1564737" y="1177158"/>
                    <a:pt x="1885553" y="1533285"/>
                    <a:pt x="1885553" y="2245541"/>
                  </a:cubicBezTo>
                  <a:lnTo>
                    <a:pt x="1885553" y="5331981"/>
                  </a:lnTo>
                  <a:lnTo>
                    <a:pt x="3188913" y="5331981"/>
                  </a:lnTo>
                  <a:lnTo>
                    <a:pt x="3188913" y="2037871"/>
                  </a:lnTo>
                  <a:cubicBezTo>
                    <a:pt x="3188913" y="722134"/>
                    <a:pt x="2497152" y="0"/>
                    <a:pt x="1344179" y="0"/>
                  </a:cubicBezTo>
                </a:path>
              </a:pathLst>
            </a:custGeom>
            <a:grpFill/>
            <a:ln w="56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D8E00845-04EE-4D4C-BA1D-0911FC9FAC24}"/>
              </a:ext>
            </a:extLst>
          </p:cNvPr>
          <p:cNvSpPr/>
          <p:nvPr userDrawn="1"/>
        </p:nvSpPr>
        <p:spPr>
          <a:xfrm>
            <a:off x="270556" y="6572385"/>
            <a:ext cx="487588" cy="285615"/>
          </a:xfrm>
          <a:custGeom>
            <a:avLst/>
            <a:gdLst>
              <a:gd name="connsiteX0" fmla="*/ 0 w 1303360"/>
              <a:gd name="connsiteY0" fmla="*/ 0 h 4415518"/>
              <a:gd name="connsiteX1" fmla="*/ 0 w 1303360"/>
              <a:gd name="connsiteY1" fmla="*/ 4415519 h 4415518"/>
              <a:gd name="connsiteX2" fmla="*/ 1303361 w 1303360"/>
              <a:gd name="connsiteY2" fmla="*/ 4415519 h 4415518"/>
              <a:gd name="connsiteX3" fmla="*/ 1303361 w 1303360"/>
              <a:gd name="connsiteY3" fmla="*/ 2324737 h 4415518"/>
              <a:gd name="connsiteX4" fmla="*/ 1303361 w 1303360"/>
              <a:gd name="connsiteY4" fmla="*/ 1414633 h 4415518"/>
              <a:gd name="connsiteX5" fmla="*/ 1303361 w 1303360"/>
              <a:gd name="connsiteY5" fmla="*/ 0 h 44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3360" h="4415518">
                <a:moveTo>
                  <a:pt x="0" y="0"/>
                </a:moveTo>
                <a:lnTo>
                  <a:pt x="0" y="4415519"/>
                </a:lnTo>
                <a:lnTo>
                  <a:pt x="1303361" y="4415519"/>
                </a:lnTo>
                <a:lnTo>
                  <a:pt x="1303361" y="2324737"/>
                </a:lnTo>
                <a:lnTo>
                  <a:pt x="1303361" y="1414633"/>
                </a:lnTo>
                <a:lnTo>
                  <a:pt x="1303361" y="0"/>
                </a:lnTo>
                <a:close/>
              </a:path>
            </a:pathLst>
          </a:custGeom>
          <a:solidFill>
            <a:srgbClr val="4E7E9F"/>
          </a:solidFill>
          <a:ln w="567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pt-BR">
              <a:solidFill>
                <a:srgbClr val="E84752"/>
              </a:solidFill>
            </a:endParaRP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D6E7203-8BDE-438C-BCB2-1C7DF715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266E28-FE0F-4C1F-986D-F2EEDE418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3470"/>
            <a:ext cx="11355020" cy="5095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2CCDFC-3D26-4EB0-90AB-E6B74C873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Montserrat" panose="00000500000000000000" pitchFamily="50" charset="0"/>
              </a:defRPr>
            </a:lvl1pPr>
          </a:lstStyle>
          <a:p>
            <a:fld id="{0BBA7447-A990-470D-9E6B-DDE2F609E1F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40B12E8-66D1-44A8-B630-31D943BD805B}"/>
              </a:ext>
            </a:extLst>
          </p:cNvPr>
          <p:cNvSpPr/>
          <p:nvPr userDrawn="1"/>
        </p:nvSpPr>
        <p:spPr>
          <a:xfrm>
            <a:off x="0" y="0"/>
            <a:ext cx="12192000" cy="71311"/>
          </a:xfrm>
          <a:prstGeom prst="rect">
            <a:avLst/>
          </a:prstGeom>
          <a:solidFill>
            <a:srgbClr val="E84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6D9948-1475-F5C0-EC49-34C1E0AF6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8"/>
          <a:srcRect l="33137" r="10044"/>
          <a:stretch/>
        </p:blipFill>
        <p:spPr>
          <a:xfrm>
            <a:off x="-1899139" y="89282"/>
            <a:ext cx="1808704" cy="2144544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83C3F74-3310-069E-1D2D-2DE58D0B84CD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090666" y="6226974"/>
            <a:ext cx="823524" cy="3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9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04" r:id="rId2"/>
    <p:sldLayoutId id="2147483705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707" r:id="rId9"/>
    <p:sldLayoutId id="2147483708" r:id="rId10"/>
    <p:sldLayoutId id="2147483706" r:id="rId11"/>
    <p:sldLayoutId id="2147483692" r:id="rId12"/>
    <p:sldLayoutId id="2147483693" r:id="rId13"/>
    <p:sldLayoutId id="2147483742" r:id="rId14"/>
    <p:sldLayoutId id="2147483743" r:id="rId15"/>
    <p:sldLayoutId id="2147483694" r:id="rId16"/>
    <p:sldLayoutId id="2147483741" r:id="rId17"/>
    <p:sldLayoutId id="2147483709" r:id="rId18"/>
    <p:sldLayoutId id="2147483695" r:id="rId19"/>
    <p:sldLayoutId id="2147483697" r:id="rId20"/>
    <p:sldLayoutId id="2147483698" r:id="rId21"/>
    <p:sldLayoutId id="2147483719" r:id="rId22"/>
    <p:sldLayoutId id="2147483699" r:id="rId23"/>
    <p:sldLayoutId id="2147483713" r:id="rId24"/>
    <p:sldLayoutId id="2147483714" r:id="rId25"/>
    <p:sldLayoutId id="2147483715" r:id="rId26"/>
    <p:sldLayoutId id="2147483716" r:id="rId27"/>
    <p:sldLayoutId id="2147483722" r:id="rId28"/>
    <p:sldLayoutId id="2147483724" r:id="rId29"/>
    <p:sldLayoutId id="2147483725" r:id="rId30"/>
    <p:sldLayoutId id="2147483726" r:id="rId31"/>
    <p:sldLayoutId id="2147483729" r:id="rId32"/>
    <p:sldLayoutId id="2147483730" r:id="rId33"/>
    <p:sldLayoutId id="2147483731" r:id="rId34"/>
    <p:sldLayoutId id="2147483737" r:id="rId35"/>
    <p:sldLayoutId id="2147483740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E5371"/>
          </a:solidFill>
          <a:latin typeface="Montserrat" panose="00000500000000000000" pitchFamily="50" charset="0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1800"/>
        </a:spcBef>
        <a:buClr>
          <a:srgbClr val="E84752"/>
        </a:buClr>
        <a:buFont typeface="Wingdings" panose="05000000000000000000" pitchFamily="2" charset="2"/>
        <a:buChar char="n"/>
        <a:defRPr sz="20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200"/>
        </a:spcBef>
        <a:buClr>
          <a:srgbClr val="E83948"/>
        </a:buClr>
        <a:buFont typeface="Barlow" panose="00000500000000000000" pitchFamily="2" charset="0"/>
        <a:buChar char="−"/>
        <a:defRPr sz="16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84752"/>
        </a:buClr>
        <a:buFont typeface="Arial" panose="020B0604020202020204" pitchFamily="34" charset="0"/>
        <a:buChar char="•"/>
        <a:defRPr sz="14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B3D4A"/>
          </a:solidFill>
          <a:latin typeface="Montserrat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s://orangedatamining.com/" TargetMode="External"/><Relationship Id="rId3" Type="http://schemas.openxmlformats.org/officeDocument/2006/relationships/hyperlink" Target="https://azure.microsoft.com/pt-br/products/machine-learning/?msockid=07caac7f062464fa304abac9076e65a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ítulo 126">
            <a:extLst>
              <a:ext uri="{FF2B5EF4-FFF2-40B4-BE49-F238E27FC236}">
                <a16:creationId xmlns:a16="http://schemas.microsoft.com/office/drawing/2014/main" id="{EDA6B291-CFF8-036D-5D70-5316378FC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20" y="3494412"/>
            <a:ext cx="3723412" cy="2387600"/>
          </a:xfrm>
        </p:spPr>
        <p:txBody>
          <a:bodyPr/>
          <a:lstStyle/>
          <a:p>
            <a:r>
              <a:rPr lang="pt-BR" sz="3200" dirty="0" err="1"/>
              <a:t>Hackathon</a:t>
            </a:r>
            <a:r>
              <a:rPr lang="pt-BR" sz="3200" dirty="0"/>
              <a:t> 2026</a:t>
            </a:r>
            <a:endParaRPr lang="pt-BR" dirty="0"/>
          </a:p>
        </p:txBody>
      </p:sp>
      <p:sp>
        <p:nvSpPr>
          <p:cNvPr id="47" name="Subtítulo 46">
            <a:extLst>
              <a:ext uri="{FF2B5EF4-FFF2-40B4-BE49-F238E27FC236}">
                <a16:creationId xmlns:a16="http://schemas.microsoft.com/office/drawing/2014/main" id="{B7D61B3C-26F9-66A5-43C6-F84759A63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Dezembro 2025</a:t>
            </a:r>
          </a:p>
        </p:txBody>
      </p:sp>
    </p:spTree>
    <p:extLst>
      <p:ext uri="{BB962C8B-B14F-4D97-AF65-F5344CB8AC3E}">
        <p14:creationId xmlns:p14="http://schemas.microsoft.com/office/powerpoint/2010/main" val="98752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EA78-2492-9488-85EF-0C279C81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F7E5275-C200-C2FE-32EA-FB95BDB7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O Desafio AutoML</a:t>
            </a:r>
            <a:endParaRPr lang="pt-BR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75A6ED21-53F8-815E-4C74-59D1550D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2C312DB7-67CB-635B-CD33-DF94A75F40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765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ABBA-2EDE-6E48-EFF4-72CC4A72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AEF14EA8-05E8-F906-3A49-935E16C9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Métricas Necessárias </a:t>
            </a:r>
            <a:r>
              <a:rPr lang="pt-BR" err="1">
                <a:latin typeface="Montserrat"/>
              </a:rPr>
              <a:t>AutoML</a:t>
            </a:r>
            <a:endParaRPr lang="pt-BR" err="1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069D8D5B-AB39-B657-DE7E-E8202B89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pt-BR"/>
          </a:p>
        </p:txBody>
      </p:sp>
      <p:graphicFrame>
        <p:nvGraphicFramePr>
          <p:cNvPr id="21" name="Espaço Reservado para Conteúdo 12">
            <a:extLst>
              <a:ext uri="{FF2B5EF4-FFF2-40B4-BE49-F238E27FC236}">
                <a16:creationId xmlns:a16="http://schemas.microsoft.com/office/drawing/2014/main" id="{5ED7E35A-536F-B189-8002-E94592DE9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607312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501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D70E-A221-7FCB-3564-C0F93277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E4F2246-1F62-1B97-C3C9-97CDB302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Artefatos que a Plataforma AutoML Deve Gerar</a:t>
            </a:r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E48C93CF-93A5-B213-FC4B-F46511C6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807697B2-3C10-6952-DDD1-FE3A2B2E0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572496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623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C93B-1613-7197-179A-7281408E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2010E499-713B-023F-8820-75DCD166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Fluxo Completo da Plataforma AutoML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895B841E-67C6-A01F-41CB-000DFB0B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1BC22941-62D1-0D02-AD84-F87394B1D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054261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35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D903-0057-DDA9-27A6-4D232FA1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8E1A9FA-A04A-CAE3-23D5-355DD25F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>
                <a:latin typeface="Montserrat"/>
              </a:rPr>
              <a:t>Critérios de Avaliação AutoML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3BB663F3-B651-8D9B-13F1-1FF8EFA7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pt-BR"/>
          </a:p>
        </p:txBody>
      </p:sp>
      <p:graphicFrame>
        <p:nvGraphicFramePr>
          <p:cNvPr id="17" name="Espaço Reservado para Conteúdo 12">
            <a:extLst>
              <a:ext uri="{FF2B5EF4-FFF2-40B4-BE49-F238E27FC236}">
                <a16:creationId xmlns:a16="http://schemas.microsoft.com/office/drawing/2014/main" id="{5406B0BB-3CD4-E0D7-F656-764515E4B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074647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748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55F1-D265-3E6E-5717-5BD58F14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03578C9C-F544-A94A-D864-B6D27FDC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4"/>
            <a:ext cx="11494455" cy="825500"/>
          </a:xfrm>
        </p:spPr>
        <p:txBody>
          <a:bodyPr anchor="ctr">
            <a:normAutofit/>
          </a:bodyPr>
          <a:lstStyle/>
          <a:p>
            <a:r>
              <a:rPr lang="pt-BR" dirty="0"/>
              <a:t>Cronograma do </a:t>
            </a:r>
            <a:r>
              <a:rPr lang="pt-BR" dirty="0" err="1"/>
              <a:t>Hackathon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3DF7EF14-8BA0-F9ED-C7ED-A6D80D9B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pt-BR"/>
          </a:p>
        </p:txBody>
      </p:sp>
      <p:graphicFrame>
        <p:nvGraphicFramePr>
          <p:cNvPr id="21" name="Espaço Reservado para Conteúdo 12">
            <a:extLst>
              <a:ext uri="{FF2B5EF4-FFF2-40B4-BE49-F238E27FC236}">
                <a16:creationId xmlns:a16="http://schemas.microsoft.com/office/drawing/2014/main" id="{4A6968D9-5B2C-50D6-1F55-EA70A68B4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059719"/>
              </p:ext>
            </p:extLst>
          </p:nvPr>
        </p:nvGraphicFramePr>
        <p:xfrm>
          <a:off x="609600" y="1343470"/>
          <a:ext cx="11355020" cy="5095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064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2F57-7E72-B037-8E2D-F956E235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72BEBEB-4B43-C765-12E0-C0A66316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4" y="276225"/>
            <a:ext cx="10877286" cy="825500"/>
          </a:xfrm>
        </p:spPr>
        <p:txBody>
          <a:bodyPr anchor="ctr">
            <a:normAutofit/>
          </a:bodyPr>
          <a:lstStyle/>
          <a:p>
            <a:r>
              <a:rPr lang="pt-BR" dirty="0"/>
              <a:t>Entregáveis Esperados</a:t>
            </a:r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475FAB62-23A2-FD16-80E5-114DEEBC5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274" y="6612140"/>
            <a:ext cx="424151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BA7447-A990-470D-9E6B-DDE2F609E1F7}" type="slidenum">
              <a:rPr lang="pt-BR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pt-BR"/>
          </a:p>
        </p:txBody>
      </p:sp>
      <p:sp>
        <p:nvSpPr>
          <p:cNvPr id="21" name="Espaço Reservado para Conteúdo 12">
            <a:extLst>
              <a:ext uri="{FF2B5EF4-FFF2-40B4-BE49-F238E27FC236}">
                <a16:creationId xmlns:a16="http://schemas.microsoft.com/office/drawing/2014/main" id="{9DE63BFF-82C5-63B0-32E7-DA2A4F4047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343470"/>
            <a:ext cx="11355020" cy="4760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/>
          </a:p>
          <a:p>
            <a:r>
              <a:rPr lang="en-US"/>
              <a:t>Plataforma No-code (point &amp; click) functional e </a:t>
            </a:r>
            <a:r>
              <a:rPr lang="en-US" err="1"/>
              <a:t>intuitiva</a:t>
            </a:r>
            <a:endParaRPr lang="en-US"/>
          </a:p>
          <a:p>
            <a:r>
              <a:rPr lang="en-US" err="1"/>
              <a:t>Documentação</a:t>
            </a:r>
            <a:r>
              <a:rPr lang="en-US"/>
              <a:t> </a:t>
            </a:r>
            <a:r>
              <a:rPr lang="en-US" err="1"/>
              <a:t>mínima</a:t>
            </a:r>
            <a:endParaRPr lang="en-US"/>
          </a:p>
          <a:p>
            <a:r>
              <a:rPr lang="en-US" err="1"/>
              <a:t>Demonstração</a:t>
            </a:r>
            <a:r>
              <a:rPr lang="en-US"/>
              <a:t> do </a:t>
            </a:r>
            <a:r>
              <a:rPr lang="en-US" err="1"/>
              <a:t>fluxo</a:t>
            </a:r>
            <a:r>
              <a:rPr lang="en-US"/>
              <a:t> </a:t>
            </a:r>
            <a:r>
              <a:rPr lang="en-US" err="1"/>
              <a:t>completo</a:t>
            </a:r>
            <a:endParaRPr lang="en-US"/>
          </a:p>
          <a:p>
            <a:r>
              <a:rPr lang="en-US"/>
              <a:t>API </a:t>
            </a:r>
            <a:r>
              <a:rPr lang="en-US" err="1"/>
              <a:t>disponível</a:t>
            </a:r>
            <a:r>
              <a:rPr lang="en-US"/>
              <a:t> para teste </a:t>
            </a:r>
            <a:r>
              <a:rPr lang="en-US" err="1"/>
              <a:t>durante</a:t>
            </a:r>
            <a:r>
              <a:rPr lang="en-US"/>
              <a:t> </a:t>
            </a:r>
            <a:r>
              <a:rPr lang="en-US" err="1"/>
              <a:t>avaliação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Alguns</a:t>
            </a:r>
            <a:r>
              <a:rPr lang="en-US"/>
              <a:t> </a:t>
            </a:r>
            <a:r>
              <a:rPr lang="en-US" err="1"/>
              <a:t>exemplos</a:t>
            </a:r>
            <a:r>
              <a:rPr lang="en-US"/>
              <a:t> de mercado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</a:t>
            </a:r>
            <a:r>
              <a:rPr lang="en-US" err="1"/>
              <a:t>servir</a:t>
            </a:r>
            <a:r>
              <a:rPr lang="en-US"/>
              <a:t> de benchmark: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Orange Data Mining:  </a:t>
            </a:r>
            <a:r>
              <a:rPr lang="en-US">
                <a:hlinkClick r:id="rId2"/>
              </a:rPr>
              <a:t>Orange Data Mining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Azure Machine Learning Studio: </a:t>
            </a:r>
            <a:r>
              <a:rPr lang="en-US">
                <a:hlinkClick r:id="rId3"/>
              </a:rPr>
              <a:t>Azure Machine Learning - ML </a:t>
            </a:r>
            <a:r>
              <a:rPr lang="en-US" err="1">
                <a:hlinkClick r:id="rId3"/>
              </a:rPr>
              <a:t>como</a:t>
            </a:r>
            <a:r>
              <a:rPr lang="en-US">
                <a:hlinkClick r:id="rId3"/>
              </a:rPr>
              <a:t> </a:t>
            </a:r>
            <a:r>
              <a:rPr lang="en-US" err="1">
                <a:hlinkClick r:id="rId3"/>
              </a:rPr>
              <a:t>serviço</a:t>
            </a:r>
            <a:r>
              <a:rPr lang="en-US">
                <a:hlinkClick r:id="rId3"/>
              </a:rPr>
              <a:t> | Microsoft Azure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6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Algoritmos de Classificação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Logistic Regression</a:t>
            </a:r>
          </a:p>
          <a:p>
            <a:pPr>
              <a:defRPr sz="1800"/>
            </a:pPr>
            <a:r>
              <a:t>Random Forest Classifier</a:t>
            </a:r>
          </a:p>
          <a:p>
            <a:pPr>
              <a:defRPr sz="1800"/>
            </a:pPr>
            <a:r>
              <a:t>Gradient Boosting Classifier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Métricas: AUC-ROC (principal), Accuracy, Precision, Recall, F1-Score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Algoritmos de Regressão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Linear Regression</a:t>
            </a:r>
          </a:p>
          <a:p>
            <a:pPr>
              <a:defRPr sz="1800"/>
            </a:pPr>
            <a:r>
              <a:t>Random Forest Regressor</a:t>
            </a:r>
          </a:p>
          <a:p>
            <a:pPr>
              <a:defRPr sz="1800"/>
            </a:pPr>
            <a:r>
              <a:t>Gradient Boosting Regressor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Métricas: RMSE (principal), MAE, R²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Algoritmos de Séries Temporais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Auto ARIMA - seleção automática de parâmetros (p,d,q)</a:t>
            </a:r>
          </a:p>
          <a:p>
            <a:pPr>
              <a:defRPr sz="1800"/>
            </a:pPr>
            <a:r>
              <a:t>Exponential Smoothing (Holt-Winters) - tendência e sazonalidade</a:t>
            </a:r>
          </a:p>
          <a:p>
            <a:pPr>
              <a:defRPr sz="1800"/>
            </a:pPr>
            <a:r>
              <a:t>Prophet (Facebook) - múltiplas sazonalidades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Métricas: MAPE (principal), SMAPE, RMSE, MAE, R²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Funcionalidades Implementadas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Upload de Datasets: CSV e Excel (xlsx/xls)</a:t>
            </a:r>
          </a:p>
          <a:p>
            <a:pPr>
              <a:defRPr sz="1800"/>
            </a:pPr>
            <a:r>
              <a:t>Pré-processamento Automático:</a:t>
            </a:r>
          </a:p>
          <a:p>
            <a:pPr lvl="1">
              <a:defRPr sz="1800"/>
            </a:pPr>
            <a:r>
              <a:t>Tratamento de valores nulos (mediana/moda)</a:t>
            </a:r>
          </a:p>
          <a:p>
            <a:pPr lvl="1">
              <a:defRPr sz="1800"/>
            </a:pPr>
            <a:r>
              <a:t>Target Encoding para variáveis categóricas</a:t>
            </a:r>
          </a:p>
          <a:p>
            <a:pPr lvl="1">
              <a:defRPr sz="1800"/>
            </a:pPr>
            <a:r>
              <a:t>Normalização (StandardScaler)</a:t>
            </a:r>
          </a:p>
          <a:p>
            <a:pPr>
              <a:defRPr sz="1800"/>
            </a:pPr>
            <a:r>
              <a:t>Treinamento com múltiplos algoritmos</a:t>
            </a:r>
          </a:p>
          <a:p>
            <a:pPr>
              <a:defRPr sz="1800"/>
            </a:pPr>
            <a:r>
              <a:t>Ranking automático por performance</a:t>
            </a:r>
          </a:p>
          <a:p>
            <a:pPr>
              <a:defRPr sz="1800"/>
            </a:pPr>
            <a:r>
              <a:t>Deploy via API REST e Batch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Pré-processamento de Séries Temporais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Detecção automática de frequência (H, D, W, M, Q, Y)</a:t>
            </a:r>
          </a:p>
          <a:p>
            <a:pPr>
              <a:defRPr sz="1800"/>
            </a:pPr>
            <a:r>
              <a:t>Features de Lag: valores anteriores (1, 2, 3, 7, 14 períodos)</a:t>
            </a:r>
          </a:p>
          <a:p>
            <a:pPr>
              <a:defRPr sz="1800"/>
            </a:pPr>
            <a:r>
              <a:t>Rolling Statistics: média e desvio padrão (7, 14, 30 dias)</a:t>
            </a:r>
          </a:p>
          <a:p>
            <a:pPr>
              <a:defRPr sz="1800"/>
            </a:pPr>
            <a:r>
              <a:t>Features Temporais: dia_semana, mês, trimestre, is_weekend</a:t>
            </a:r>
          </a:p>
          <a:p>
            <a:pPr>
              <a:defRPr sz="1800"/>
            </a:pPr>
            <a:r>
              <a:t>Split temporal (não aleatório) para evitar data leakage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Stack Tecnológica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Backend: FastAPI + SQLAlchemy + SQLite</a:t>
            </a:r>
          </a:p>
          <a:p>
            <a:pPr>
              <a:defRPr sz="1800"/>
            </a:pPr>
            <a:r>
              <a:t>Frontend: Jinja2 + Bootstrap 5</a:t>
            </a:r>
          </a:p>
          <a:p>
            <a:pPr>
              <a:defRPr sz="1800"/>
            </a:pPr>
            <a:r>
              <a:t>ML Classificação/Regressão: scikit-learn</a:t>
            </a:r>
          </a:p>
          <a:p>
            <a:pPr>
              <a:defRPr sz="1800"/>
            </a:pPr>
            <a:r>
              <a:t>ML Séries Temporais: pmdarima, statsmodels, Prophet</a:t>
            </a:r>
          </a:p>
          <a:p>
            <a:pPr>
              <a:defRPr sz="1800"/>
            </a:pPr>
            <a:r>
              <a:t>Serialização: joblib</a:t>
            </a:r>
          </a:p>
          <a:p>
            <a:pPr>
              <a:defRPr sz="1800"/>
            </a:pPr>
            <a:r>
              <a:t>Dados: pandas, numpy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POST /api/datasets/upload - Upload de dataset</a:t>
            </a:r>
          </a:p>
          <a:p>
            <a:pPr>
              <a:defRPr sz="1800"/>
            </a:pPr>
            <a:r>
              <a:t>GET /api/datasets - Listar datasets</a:t>
            </a:r>
          </a:p>
          <a:p>
            <a:pPr>
              <a:defRPr sz="1800"/>
            </a:pPr>
            <a:r>
              <a:t>POST /api/experiments - Criar experimento</a:t>
            </a:r>
          </a:p>
          <a:p>
            <a:pPr>
              <a:defRPr sz="1800"/>
            </a:pPr>
            <a:r>
              <a:t>GET /api/experiments/{id} - Status do experimento</a:t>
            </a:r>
          </a:p>
          <a:p>
            <a:pPr>
              <a:defRPr sz="1800"/>
            </a:pPr>
            <a:r>
              <a:t>PUT /api/models/{id}/deploy - Configurar deploy</a:t>
            </a:r>
          </a:p>
          <a:p>
            <a:pPr>
              <a:defRPr sz="1800"/>
            </a:pPr>
            <a:r>
              <a:t>POST /api/predictions/{model_id} - Predição via API</a:t>
            </a:r>
          </a:p>
          <a:p>
            <a:pPr>
              <a:defRPr sz="1800"/>
            </a:pPr>
            <a:r>
              <a:t>POST /api/predictions/{model_id}/batch - Predição em lote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Datasets para Avaliação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Desenvolvimento:</a:t>
            </a:r>
          </a:p>
          <a:p>
            <a:pPr lvl="1">
              <a:defRPr sz="1800"/>
            </a:pPr>
            <a:r>
              <a:t>Classificação: Online Shoppers</a:t>
            </a:r>
          </a:p>
          <a:p>
            <a:pPr lvl="1">
              <a:defRPr sz="1800"/>
            </a:pPr>
            <a:r>
              <a:t>Regressão: Insurance</a:t>
            </a:r>
          </a:p>
          <a:p>
            <a:pPr lvl="1">
              <a:defRPr sz="1800"/>
            </a:pPr>
            <a:r>
              <a:t>Séries Temporais: Daily Temperature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Avaliação:</a:t>
            </a:r>
          </a:p>
          <a:p>
            <a:pPr lvl="1">
              <a:defRPr sz="1800"/>
            </a:pPr>
            <a:r>
              <a:t>Classificação: Adult Census</a:t>
            </a:r>
          </a:p>
          <a:p>
            <a:pPr lvl="1">
              <a:defRPr sz="1800"/>
            </a:pPr>
            <a:r>
              <a:t>Regressão: California Housing</a:t>
            </a:r>
          </a:p>
          <a:p>
            <a:pPr lvl="1">
              <a:defRPr sz="1800"/>
            </a:pPr>
            <a:r>
              <a:t>Séries Temporais: Air Passengers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Avaliação - Funcionalidade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Cada tema (Classificação, Regressão, Séries Temporais) = 10 pontos</a:t>
            </a:r>
          </a:p>
          <a:p>
            <a:pPr>
              <a:defRPr sz="1800"/>
            </a:pPr>
            <a:r>
              <a:t>10 itens por tema, 1 ponto cada:</a:t>
            </a:r>
          </a:p>
          <a:p>
            <a:pPr lvl="1">
              <a:defRPr sz="1800"/>
            </a:pPr>
            <a:r>
              <a:t>Upload CSV funciona</a:t>
            </a:r>
          </a:p>
          <a:p>
            <a:pPr lvl="1">
              <a:defRPr sz="1800"/>
            </a:pPr>
            <a:r>
              <a:t>Detecção automática do tipo de problema</a:t>
            </a:r>
          </a:p>
          <a:p>
            <a:pPr lvl="1">
              <a:defRPr sz="1800"/>
            </a:pPr>
            <a:r>
              <a:t>Pré-processamento e treinamento</a:t>
            </a:r>
          </a:p>
          <a:p>
            <a:pPr lvl="1">
              <a:defRPr sz="1800"/>
            </a:pPr>
            <a:r>
              <a:t>Exibição de métricas e comparativo</a:t>
            </a:r>
          </a:p>
          <a:p>
            <a:pPr lvl="1">
              <a:defRPr sz="1800"/>
            </a:pPr>
            <a:r>
              <a:t>Deploy API e Batch funciona</a:t>
            </a:r>
          </a:p>
          <a:p>
            <a:pPr lvl="1">
              <a:defRPr sz="1800"/>
            </a:pPr>
            <a:r>
              <a:t>Interface não trava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Nota Final = (Classificação + Regressão + Séries) /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Avaliação -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Usado para ranking e desempate (não altera nota)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Métricas utilizadas:</a:t>
            </a:r>
          </a:p>
          <a:p>
            <a:pPr lvl="1">
              <a:defRPr sz="1800"/>
            </a:pPr>
            <a:r>
              <a:t>Classificação: F1-Score (maior é melhor)</a:t>
            </a:r>
          </a:p>
          <a:p>
            <a:pPr lvl="1">
              <a:defRPr sz="1800"/>
            </a:pPr>
            <a:r>
              <a:t>Regressão: R² (maior é melhor)</a:t>
            </a:r>
          </a:p>
          <a:p>
            <a:pPr lvl="1">
              <a:defRPr sz="1800"/>
            </a:pPr>
            <a:r>
              <a:t>Séries Temporais: MAPE (menor é melhor)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Desempate: soma das posições nos 3 rankings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wnload xmlns="930b0253-3300-44d1-840f-de4e7a1d473e" xsi:nil="true"/>
    <TaxCatchAll xmlns="401449e6-3f0e-4b3d-b377-fd29aafeb536" xsi:nil="true"/>
    <lcf76f155ced4ddcb4097134ff3c332f xmlns="930b0253-3300-44d1-840f-de4e7a1d473e">
      <Terms xmlns="http://schemas.microsoft.com/office/infopath/2007/PartnerControls"/>
    </lcf76f155ced4ddcb4097134ff3c332f>
    <_dlc_DocId xmlns="401449e6-3f0e-4b3d-b377-fd29aafeb536">ZZADY46Z5UF3-1663885475-1508780</_dlc_DocId>
    <_dlc_DocIdUrl xmlns="401449e6-3f0e-4b3d-b377-fd29aafeb536">
      <Url>https://minervafoods.sharepoint.com/sites/CompartilhamentoTI/_layouts/15/DocIdRedir.aspx?ID=ZZADY46Z5UF3-1663885475-1508780</Url>
      <Description>ZZADY46Z5UF3-1663885475-1508780</Description>
    </_dlc_DocIdUrl>
    <SharedWithUsers xmlns="401449e6-3f0e-4b3d-b377-fd29aafeb536">
      <UserInfo>
        <DisplayName>Gabriel Henrique Oliveira e Silva</DisplayName>
        <AccountId>17671</AccountId>
        <AccountType/>
      </UserInfo>
      <UserInfo>
        <DisplayName>Kely Roberta De Souza</DisplayName>
        <AccountId>76134</AccountId>
        <AccountType/>
      </UserInfo>
      <UserInfo>
        <DisplayName>Denise Batista da Rocha</DisplayName>
        <AccountId>916</AccountId>
        <AccountType/>
      </UserInfo>
      <UserInfo>
        <DisplayName>Paulo Cesar Fernandes Junior</DisplayName>
        <AccountId>860</AccountId>
        <AccountType/>
      </UserInfo>
      <UserInfo>
        <DisplayName>Juliana Moreira Demberi</DisplayName>
        <AccountId>1648</AccountId>
        <AccountType/>
      </UserInfo>
      <UserInfo>
        <DisplayName>Juliana Moreira Demberi</DisplayName>
        <AccountId>76391</AccountId>
        <AccountType/>
      </UserInfo>
    </SharedWithUsers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4B339980B143644A07A416EE7BB7380" ma:contentTypeVersion="20" ma:contentTypeDescription="Criar um novo documento." ma:contentTypeScope="" ma:versionID="b2af1b85fb2d4af6e555c7e1fdf43813">
  <xsd:schema xmlns:xsd="http://www.w3.org/2001/XMLSchema" xmlns:xs="http://www.w3.org/2001/XMLSchema" xmlns:p="http://schemas.microsoft.com/office/2006/metadata/properties" xmlns:ns2="401449e6-3f0e-4b3d-b377-fd29aafeb536" xmlns:ns3="930b0253-3300-44d1-840f-de4e7a1d473e" targetNamespace="http://schemas.microsoft.com/office/2006/metadata/properties" ma:root="true" ma:fieldsID="dccf57093dfd5aa7a26b27b0974d9b85" ns2:_="" ns3:_="">
    <xsd:import namespace="401449e6-3f0e-4b3d-b377-fd29aafeb536"/>
    <xsd:import namespace="930b0253-3300-44d1-840f-de4e7a1d473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Download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449e6-3f0e-4b3d-b377-fd29aafeb53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o ID do Documento" ma:description="O valor do ID do documento atribuído a este item." ma:internalName="_dlc_DocId" ma:readOnly="true">
      <xsd:simpleType>
        <xsd:restriction base="dms:Text"/>
      </xsd:simpleType>
    </xsd:element>
    <xsd:element name="_dlc_DocIdUrl" ma:index="9" nillable="true" ma:displayName="ID do Documento" ma:description="Ligação permanente 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4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c226dddb-ebce-4d24-b0fc-2b60e15def5b}" ma:internalName="TaxCatchAll" ma:showField="CatchAllData" ma:web="401449e6-3f0e-4b3d-b377-fd29aafeb5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b0253-3300-44d1-840f-de4e7a1d47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Etiquetas de Imagem" ma:readOnly="false" ma:fieldId="{5cf76f15-5ced-4ddc-b409-7134ff3c332f}" ma:taxonomyMulti="true" ma:sspId="7011570e-2da0-486c-a8e9-8edc141213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ownload" ma:index="27" nillable="true" ma:displayName="Download" ma:format="Dropdown" ma:internalName="Download">
      <xsd:simpleType>
        <xsd:restriction base="dms:Text">
          <xsd:maxLength value="255"/>
        </xsd:restriction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3B223B-AD87-46E2-871C-CCCE49A436E8}">
  <ds:schemaRefs>
    <ds:schemaRef ds:uri="401449e6-3f0e-4b3d-b377-fd29aafeb536"/>
    <ds:schemaRef ds:uri="930b0253-3300-44d1-840f-de4e7a1d4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4DB756-9191-4594-B043-8548F20F521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3DC9B93-350E-45A8-92B7-DA02451680AF}">
  <ds:schemaRefs>
    <ds:schemaRef ds:uri="401449e6-3f0e-4b3d-b377-fd29aafeb536"/>
    <ds:schemaRef ds:uri="930b0253-3300-44d1-840f-de4e7a1d47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1F5F3717-17D8-4177-9B43-71E37C19A5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2603</TotalTime>
  <Words>510</Words>
  <Application>Microsoft Office PowerPoint</Application>
  <PresentationFormat>Widescreen</PresentationFormat>
  <Paragraphs>80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Barlow</vt:lpstr>
      <vt:lpstr>Calibri</vt:lpstr>
      <vt:lpstr>Montserrat</vt:lpstr>
      <vt:lpstr>Wingdings</vt:lpstr>
      <vt:lpstr>Tema do Office</vt:lpstr>
      <vt:lpstr>Hackathon 2026</vt:lpstr>
      <vt:lpstr>O Desafio AutoML</vt:lpstr>
      <vt:lpstr>Métricas Necessárias AutoML</vt:lpstr>
      <vt:lpstr>Artefatos que a Plataforma AutoML Deve Gerar</vt:lpstr>
      <vt:lpstr>Fluxo Completo da Plataforma AutoML</vt:lpstr>
      <vt:lpstr>Critérios de Avaliação AutoML</vt:lpstr>
      <vt:lpstr>Cronograma do Hackathon</vt:lpstr>
      <vt:lpstr>Entregáveis Esperados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Corporativa</dc:title>
  <dc:creator>Robledo Tonelli</dc:creator>
  <cp:lastModifiedBy>Joao Paulo da Costa Nogueira</cp:lastModifiedBy>
  <cp:revision>4</cp:revision>
  <dcterms:created xsi:type="dcterms:W3CDTF">2021-11-18T02:09:58Z</dcterms:created>
  <dcterms:modified xsi:type="dcterms:W3CDTF">2026-01-23T17:34:30Z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0x01010094B339980B143644A07A416EE7BB7380</vt:lpwstr>
  </property>
  <property fmtid="{D5CDD505-2E9C-101B-9397-08002B2CF9AE}" pid="3" name="_dlc_DocIdItemGuid">
    <vt:lpwstr>7885d07c-577b-473f-8cc5-e7ad6fbc7e49</vt:lpwstr>
  </property>
  <property fmtid="{D5CDD505-2E9C-101B-9397-08002B2CF9AE}" pid="4" name="MediaServiceImageTags">
    <vt:lpwstr/>
  </property>
</Properties>
</file>